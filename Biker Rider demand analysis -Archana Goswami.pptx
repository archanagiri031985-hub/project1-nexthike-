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6" r:id="rId2"/>
    <p:sldId id="257" r:id="rId3"/>
    <p:sldId id="258" r:id="rId4"/>
    <p:sldId id="265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rikant%20Goswami\Desktop\New%20Microsoft%20Excel%20Worksheet%20(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rikant%20Goswami\Desktop\New%20Microsoft%20Excel%20Worksheet%20(2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rikant%20Goswami\Desktop\New%20Microsoft%20Excel%20Worksheet%20(2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rikant%20Goswami\Desktop\New%20Microsoft%20Excel%20Worksheet%20(2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rikant%20Goswami\Desktop\New%20Microsoft%20Excel%20Worksheet%20(2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rikant%20Goswami\Desktop\New%20Microsoft%20Excel%20Worksheet%20(2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[Complete file.xlsx]Pivot!PivotTable24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sng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u="sng"/>
              <a:t>Weatherwise</a:t>
            </a:r>
            <a:r>
              <a:rPr lang="en-IN" b="1" u="sng" baseline="0"/>
              <a:t> Demand</a:t>
            </a:r>
            <a:endParaRPr lang="en-IN" b="1" u="sng"/>
          </a:p>
        </c:rich>
      </c:tx>
      <c:layout>
        <c:manualLayout>
          <c:xMode val="edge"/>
          <c:yMode val="edge"/>
          <c:x val="0.24190726159230097"/>
          <c:y val="2.46457178065311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sng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noFill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noFill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noFill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Pivot!$L$2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Pivot!$K$3:$K$7</c:f>
              <c:strCache>
                <c:ptCount val="4"/>
                <c:pt idx="0">
                  <c:v>Cloudy Day</c:v>
                </c:pt>
                <c:pt idx="1">
                  <c:v>Heavy Rain</c:v>
                </c:pt>
                <c:pt idx="2">
                  <c:v>Rainy Day</c:v>
                </c:pt>
                <c:pt idx="3">
                  <c:v>Sunny Day</c:v>
                </c:pt>
              </c:strCache>
            </c:strRef>
          </c:cat>
          <c:val>
            <c:numRef>
              <c:f>Pivot!$L$3:$L$7</c:f>
              <c:numCache>
                <c:formatCode>General</c:formatCode>
                <c:ptCount val="4"/>
                <c:pt idx="0">
                  <c:v>81</c:v>
                </c:pt>
                <c:pt idx="1">
                  <c:v>1</c:v>
                </c:pt>
                <c:pt idx="2">
                  <c:v>23</c:v>
                </c:pt>
                <c:pt idx="3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F7-4EAF-8030-88CAA218BABD}"/>
            </c:ext>
          </c:extLst>
        </c:ser>
        <c:ser>
          <c:idx val="1"/>
          <c:order val="1"/>
          <c:tx>
            <c:strRef>
              <c:f>Pivot!$M$2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Pivot!$K$3:$K$7</c:f>
              <c:strCache>
                <c:ptCount val="4"/>
                <c:pt idx="0">
                  <c:v>Cloudy Day</c:v>
                </c:pt>
                <c:pt idx="1">
                  <c:v>Heavy Rain</c:v>
                </c:pt>
                <c:pt idx="2">
                  <c:v>Rainy Day</c:v>
                </c:pt>
                <c:pt idx="3">
                  <c:v>Sunny Day</c:v>
                </c:pt>
              </c:strCache>
            </c:strRef>
          </c:cat>
          <c:val>
            <c:numRef>
              <c:f>Pivot!$M$3:$M$7</c:f>
              <c:numCache>
                <c:formatCode>General</c:formatCode>
                <c:ptCount val="4"/>
                <c:pt idx="0">
                  <c:v>1175</c:v>
                </c:pt>
                <c:pt idx="1">
                  <c:v>35</c:v>
                </c:pt>
                <c:pt idx="2">
                  <c:v>497</c:v>
                </c:pt>
                <c:pt idx="3">
                  <c:v>1211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F7-4EAF-8030-88CAA218BABD}"/>
            </c:ext>
          </c:extLst>
        </c:ser>
        <c:ser>
          <c:idx val="2"/>
          <c:order val="2"/>
          <c:tx>
            <c:strRef>
              <c:f>Pivot!$N$2</c:f>
              <c:strCache>
                <c:ptCount val="1"/>
                <c:pt idx="0">
                  <c:v>Sum of 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noFill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Pivot!$K$3:$K$7</c:f>
              <c:strCache>
                <c:ptCount val="4"/>
                <c:pt idx="0">
                  <c:v>Cloudy Day</c:v>
                </c:pt>
                <c:pt idx="1">
                  <c:v>Heavy Rain</c:v>
                </c:pt>
                <c:pt idx="2">
                  <c:v>Rainy Day</c:v>
                </c:pt>
                <c:pt idx="3">
                  <c:v>Sunny Day</c:v>
                </c:pt>
              </c:strCache>
            </c:strRef>
          </c:cat>
          <c:val>
            <c:numRef>
              <c:f>Pivot!$N$3:$N$7</c:f>
              <c:numCache>
                <c:formatCode>General</c:formatCode>
                <c:ptCount val="4"/>
                <c:pt idx="0">
                  <c:v>1256</c:v>
                </c:pt>
                <c:pt idx="1">
                  <c:v>36</c:v>
                </c:pt>
                <c:pt idx="2">
                  <c:v>520</c:v>
                </c:pt>
                <c:pt idx="3">
                  <c:v>1310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F7-4EAF-8030-88CAA218BA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386466447"/>
        <c:axId val="485137775"/>
        <c:axId val="0"/>
      </c:bar3DChart>
      <c:catAx>
        <c:axId val="386466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5137775"/>
        <c:crosses val="autoZero"/>
        <c:auto val="1"/>
        <c:lblAlgn val="ctr"/>
        <c:lblOffset val="100"/>
        <c:noMultiLvlLbl val="0"/>
      </c:catAx>
      <c:valAx>
        <c:axId val="485137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6466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2000">
          <a:srgbClr val="FFC000"/>
        </a:gs>
        <a:gs pos="68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accent1">
          <a:shade val="1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[Complete file.xlsx]Pivot!PivotTable23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sng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u="sng"/>
              <a:t>Monthly</a:t>
            </a:r>
            <a:r>
              <a:rPr lang="en-IN" sz="1400" b="1" u="sng" baseline="0"/>
              <a:t> Demand</a:t>
            </a:r>
            <a:endParaRPr lang="en-IN" sz="1400" b="1" u="sng"/>
          </a:p>
        </c:rich>
      </c:tx>
      <c:layout>
        <c:manualLayout>
          <c:xMode val="edge"/>
          <c:yMode val="edge"/>
          <c:x val="0.23861751508141499"/>
          <c:y val="2.10877445422659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sng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4013131665503836"/>
          <c:y val="0.13911397735730796"/>
          <c:w val="0.7537503912928315"/>
          <c:h val="0.66953460085781957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Pivot!$G$2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Pivot!$F$3:$F$5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</c:strRef>
          </c:cat>
          <c:val>
            <c:numRef>
              <c:f>Pivot!$G$3:$G$5</c:f>
              <c:numCache>
                <c:formatCode>General</c:formatCode>
                <c:ptCount val="2"/>
                <c:pt idx="0">
                  <c:v>155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4E-48C9-BEDB-88F4123D00C1}"/>
            </c:ext>
          </c:extLst>
        </c:ser>
        <c:ser>
          <c:idx val="1"/>
          <c:order val="1"/>
          <c:tx>
            <c:strRef>
              <c:f>Pivot!$H$2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Pivot!$F$3:$F$5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</c:strRef>
          </c:cat>
          <c:val>
            <c:numRef>
              <c:f>Pivot!$H$3:$H$5</c:f>
              <c:numCache>
                <c:formatCode>General</c:formatCode>
                <c:ptCount val="2"/>
                <c:pt idx="0">
                  <c:v>1854</c:v>
                </c:pt>
                <c:pt idx="1">
                  <c:v>1064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4E-48C9-BEDB-88F4123D00C1}"/>
            </c:ext>
          </c:extLst>
        </c:ser>
        <c:ser>
          <c:idx val="2"/>
          <c:order val="2"/>
          <c:tx>
            <c:strRef>
              <c:f>Pivot!$I$2</c:f>
              <c:strCache>
                <c:ptCount val="1"/>
                <c:pt idx="0">
                  <c:v>Sum of 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Pivot!$F$3:$F$5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</c:strRef>
          </c:cat>
          <c:val>
            <c:numRef>
              <c:f>Pivot!$I$3:$I$5</c:f>
              <c:numCache>
                <c:formatCode>General</c:formatCode>
                <c:ptCount val="2"/>
                <c:pt idx="0">
                  <c:v>2009</c:v>
                </c:pt>
                <c:pt idx="1">
                  <c:v>1113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4E-48C9-BEDB-88F4123D00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83111167"/>
        <c:axId val="485156015"/>
        <c:axId val="0"/>
      </c:bar3DChart>
      <c:catAx>
        <c:axId val="283111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5156015"/>
        <c:crosses val="autoZero"/>
        <c:auto val="1"/>
        <c:lblAlgn val="ctr"/>
        <c:lblOffset val="100"/>
        <c:noMultiLvlLbl val="0"/>
      </c:catAx>
      <c:valAx>
        <c:axId val="485156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3111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47000">
          <a:srgbClr val="92D050"/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accent1">
          <a:shade val="1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[Complete file.xlsx]Pivot!PivotTable30</c:name>
    <c:fmtId val="47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sng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sng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Day Type Demand</a:t>
            </a:r>
          </a:p>
        </c:rich>
      </c:tx>
      <c:layout>
        <c:manualLayout>
          <c:xMode val="edge"/>
          <c:yMode val="edge"/>
          <c:x val="0.2144070459502421"/>
          <c:y val="6.91562932226832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sng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Pivot!$V$3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B29-4785-A73B-F5A9A6D634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B29-4785-A73B-F5A9A6D634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Pivot!$U$4:$U$6</c:f>
              <c:strCache>
                <c:ptCount val="2"/>
                <c:pt idx="0">
                  <c:v>Holiday</c:v>
                </c:pt>
                <c:pt idx="1">
                  <c:v>Workday</c:v>
                </c:pt>
              </c:strCache>
            </c:strRef>
          </c:cat>
          <c:val>
            <c:numRef>
              <c:f>Pivot!$V$4:$V$6</c:f>
              <c:numCache>
                <c:formatCode>General</c:formatCode>
                <c:ptCount val="2"/>
                <c:pt idx="0">
                  <c:v>1387</c:v>
                </c:pt>
                <c:pt idx="1">
                  <c:v>1735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29-4785-A73B-F5A9A6D634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rgbClr val="FFFF00"/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gradFill>
        <a:gsLst>
          <a:gs pos="0">
            <a:schemeClr val="accent1">
              <a:lumMod val="5000"/>
              <a:lumOff val="95000"/>
            </a:schemeClr>
          </a:gs>
          <a:gs pos="74000">
            <a:schemeClr val="accent1">
              <a:lumMod val="45000"/>
              <a:lumOff val="55000"/>
            </a:schemeClr>
          </a:gs>
          <a:gs pos="83000">
            <a:schemeClr val="accent1">
              <a:lumMod val="45000"/>
              <a:lumOff val="55000"/>
            </a:schemeClr>
          </a:gs>
          <a:gs pos="100000">
            <a:schemeClr val="accent1">
              <a:lumMod val="30000"/>
              <a:lumOff val="70000"/>
            </a:schemeClr>
          </a:gs>
        </a:gsLst>
        <a:lin ang="5400000" scaled="1"/>
      </a:gra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sng" strike="noStrike" kern="1200" spc="0" baseline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pPr>
            <a:r>
              <a:rPr lang="en-US" b="1" u="sng">
                <a:solidFill>
                  <a:srgbClr val="C00000"/>
                </a:solidFill>
              </a:rPr>
              <a:t>Outlier</a:t>
            </a:r>
            <a:r>
              <a:rPr lang="en-US" b="1" u="sng" baseline="0">
                <a:solidFill>
                  <a:srgbClr val="C00000"/>
                </a:solidFill>
              </a:rPr>
              <a:t> (Anomaly Detection)</a:t>
            </a:r>
            <a:endParaRPr lang="en-US" b="1" u="sng">
              <a:solidFill>
                <a:srgbClr val="C00000"/>
              </a:solidFill>
            </a:endParaRPr>
          </a:p>
        </c:rich>
      </c:tx>
      <c:layout>
        <c:manualLayout>
          <c:xMode val="edge"/>
          <c:yMode val="edge"/>
          <c:x val="0.36709539121114682"/>
          <c:y val="7.490636704119850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sng" strike="noStrike" kern="1200" spc="0" baseline="0">
              <a:solidFill>
                <a:srgbClr val="C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1523491235621273E-2"/>
          <c:y val="9.3970037453183539E-2"/>
          <c:w val="0.93787629440210651"/>
          <c:h val="0.77420124450735794"/>
        </c:manualLayout>
      </c:layout>
      <c:scatterChart>
        <c:scatterStyle val="lineMarker"/>
        <c:varyColors val="0"/>
        <c:ser>
          <c:idx val="0"/>
          <c:order val="0"/>
          <c:tx>
            <c:strRef>
              <c:f>Outlier!$N$1</c:f>
              <c:strCache>
                <c:ptCount val="1"/>
                <c:pt idx="0">
                  <c:v>temp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Outlier!$B$2:$M$97</c:f>
              <c:strCache>
                <c:ptCount val="96"/>
                <c:pt idx="0">
                  <c:v>01-Jan-2011</c:v>
                </c:pt>
                <c:pt idx="1">
                  <c:v>01-Jan-2011</c:v>
                </c:pt>
                <c:pt idx="2">
                  <c:v>01-Jan-2011</c:v>
                </c:pt>
                <c:pt idx="3">
                  <c:v>02-Jan-2011</c:v>
                </c:pt>
                <c:pt idx="4">
                  <c:v>02-Jan-2011</c:v>
                </c:pt>
                <c:pt idx="5">
                  <c:v>02-Jan-2011</c:v>
                </c:pt>
                <c:pt idx="6">
                  <c:v>03-Jan-2011</c:v>
                </c:pt>
                <c:pt idx="7">
                  <c:v>04-Jan-2011</c:v>
                </c:pt>
                <c:pt idx="8">
                  <c:v>04-Jan-2011</c:v>
                </c:pt>
                <c:pt idx="9">
                  <c:v>05-Jan-2011</c:v>
                </c:pt>
                <c:pt idx="10">
                  <c:v>06-Jan-2011</c:v>
                </c:pt>
                <c:pt idx="11">
                  <c:v>06-Jan-2011</c:v>
                </c:pt>
                <c:pt idx="12">
                  <c:v>07-Jan-2011</c:v>
                </c:pt>
                <c:pt idx="13">
                  <c:v>07-Jan-2011</c:v>
                </c:pt>
                <c:pt idx="14">
                  <c:v>07-Jan-2011</c:v>
                </c:pt>
                <c:pt idx="15">
                  <c:v>08-Jan-2011</c:v>
                </c:pt>
                <c:pt idx="16">
                  <c:v>08-Jan-2011</c:v>
                </c:pt>
                <c:pt idx="17">
                  <c:v>08-Jan-2011</c:v>
                </c:pt>
                <c:pt idx="18">
                  <c:v>09-Jan-2011</c:v>
                </c:pt>
                <c:pt idx="19">
                  <c:v>10-Jan-2011</c:v>
                </c:pt>
                <c:pt idx="20">
                  <c:v>10-Jan-2011</c:v>
                </c:pt>
                <c:pt idx="21">
                  <c:v>11-Jan-2011</c:v>
                </c:pt>
                <c:pt idx="22">
                  <c:v>11-Jan-2011</c:v>
                </c:pt>
                <c:pt idx="23">
                  <c:v>11-Jan-2011</c:v>
                </c:pt>
                <c:pt idx="24">
                  <c:v>12-Jan-2011</c:v>
                </c:pt>
                <c:pt idx="25">
                  <c:v>12-Jan-2011</c:v>
                </c:pt>
                <c:pt idx="26">
                  <c:v>13-Jan-2011</c:v>
                </c:pt>
                <c:pt idx="27">
                  <c:v>13-Jan-2011</c:v>
                </c:pt>
                <c:pt idx="28">
                  <c:v>14-Jan-2011</c:v>
                </c:pt>
                <c:pt idx="29">
                  <c:v>14-Jan-2011</c:v>
                </c:pt>
                <c:pt idx="30">
                  <c:v>15-Jan-2011</c:v>
                </c:pt>
                <c:pt idx="31">
                  <c:v>15-Jan-2011</c:v>
                </c:pt>
                <c:pt idx="32">
                  <c:v>16-Jan-2011</c:v>
                </c:pt>
                <c:pt idx="33">
                  <c:v>16-Jan-2011</c:v>
                </c:pt>
                <c:pt idx="34">
                  <c:v>17-Jan-2011</c:v>
                </c:pt>
                <c:pt idx="35">
                  <c:v>17-Jan-2011</c:v>
                </c:pt>
                <c:pt idx="36">
                  <c:v>17-Jan-2011</c:v>
                </c:pt>
                <c:pt idx="37">
                  <c:v>18-Jan-2011</c:v>
                </c:pt>
                <c:pt idx="38">
                  <c:v>19-Jan-2011</c:v>
                </c:pt>
                <c:pt idx="39">
                  <c:v>19-Jan-2011</c:v>
                </c:pt>
                <c:pt idx="40">
                  <c:v>19-Jan-2011</c:v>
                </c:pt>
                <c:pt idx="41">
                  <c:v>20-Jan-2011</c:v>
                </c:pt>
                <c:pt idx="42">
                  <c:v>20-Jan-2011</c:v>
                </c:pt>
                <c:pt idx="43">
                  <c:v>21-Jan-2011</c:v>
                </c:pt>
                <c:pt idx="44">
                  <c:v>21-Jan-2011</c:v>
                </c:pt>
                <c:pt idx="45">
                  <c:v>21-Jan-2011</c:v>
                </c:pt>
                <c:pt idx="46">
                  <c:v>22-Jan-2011</c:v>
                </c:pt>
                <c:pt idx="47">
                  <c:v>22-Jan-2011</c:v>
                </c:pt>
                <c:pt idx="48">
                  <c:v>23-Jan-2011</c:v>
                </c:pt>
                <c:pt idx="49">
                  <c:v>23-Jan-2011</c:v>
                </c:pt>
                <c:pt idx="50">
                  <c:v>24-Jan-2011</c:v>
                </c:pt>
                <c:pt idx="51">
                  <c:v>24-Jan-2011</c:v>
                </c:pt>
                <c:pt idx="52">
                  <c:v>25-Jan-2011</c:v>
                </c:pt>
                <c:pt idx="53">
                  <c:v>25-Jan-2011</c:v>
                </c:pt>
                <c:pt idx="54">
                  <c:v>26-Jan-2011</c:v>
                </c:pt>
                <c:pt idx="55">
                  <c:v>26-Jan-2011</c:v>
                </c:pt>
                <c:pt idx="56">
                  <c:v>26-Jan-2011</c:v>
                </c:pt>
                <c:pt idx="57">
                  <c:v>27-Jan-2011</c:v>
                </c:pt>
                <c:pt idx="58">
                  <c:v>28-Jan-2011</c:v>
                </c:pt>
                <c:pt idx="59">
                  <c:v>28-Jan-2011</c:v>
                </c:pt>
                <c:pt idx="60">
                  <c:v>29-Jan-2011</c:v>
                </c:pt>
                <c:pt idx="61">
                  <c:v>29-Jan-2011</c:v>
                </c:pt>
                <c:pt idx="62">
                  <c:v>30-Jan-2011</c:v>
                </c:pt>
                <c:pt idx="63">
                  <c:v>30-Jan-2011</c:v>
                </c:pt>
                <c:pt idx="64">
                  <c:v>31-Jan-2011</c:v>
                </c:pt>
                <c:pt idx="65">
                  <c:v>31-Jan-2011</c:v>
                </c:pt>
                <c:pt idx="66">
                  <c:v>31-Jan-2011</c:v>
                </c:pt>
                <c:pt idx="67">
                  <c:v>01-Feb-2011</c:v>
                </c:pt>
                <c:pt idx="68">
                  <c:v>01-Feb-2011</c:v>
                </c:pt>
                <c:pt idx="69">
                  <c:v>02-Feb-2011</c:v>
                </c:pt>
                <c:pt idx="70">
                  <c:v>02-Feb-2011</c:v>
                </c:pt>
                <c:pt idx="71">
                  <c:v>02-Feb-2011</c:v>
                </c:pt>
                <c:pt idx="72">
                  <c:v>03-Feb-2011</c:v>
                </c:pt>
                <c:pt idx="73">
                  <c:v>04-Feb-2011</c:v>
                </c:pt>
                <c:pt idx="74">
                  <c:v>04-Feb-2011</c:v>
                </c:pt>
                <c:pt idx="75">
                  <c:v>05-Feb-2011</c:v>
                </c:pt>
                <c:pt idx="76">
                  <c:v>05-Feb-2011</c:v>
                </c:pt>
                <c:pt idx="77">
                  <c:v>05-Feb-2011</c:v>
                </c:pt>
                <c:pt idx="78">
                  <c:v>06-Feb-2011</c:v>
                </c:pt>
                <c:pt idx="79">
                  <c:v>07-Feb-2011</c:v>
                </c:pt>
                <c:pt idx="80">
                  <c:v>07-Feb-2011</c:v>
                </c:pt>
                <c:pt idx="81">
                  <c:v>08-Feb-2011</c:v>
                </c:pt>
                <c:pt idx="82">
                  <c:v>08-Feb-2011</c:v>
                </c:pt>
                <c:pt idx="83">
                  <c:v>08-Feb-2011</c:v>
                </c:pt>
                <c:pt idx="84">
                  <c:v>09-Feb-2011</c:v>
                </c:pt>
                <c:pt idx="85">
                  <c:v>09-Feb-2011</c:v>
                </c:pt>
                <c:pt idx="86">
                  <c:v>09-Feb-2011</c:v>
                </c:pt>
                <c:pt idx="87">
                  <c:v>10-Feb-2011</c:v>
                </c:pt>
                <c:pt idx="88">
                  <c:v>10-Feb-2011</c:v>
                </c:pt>
                <c:pt idx="89">
                  <c:v>10-Feb-2011</c:v>
                </c:pt>
                <c:pt idx="90">
                  <c:v>11-Feb-2011</c:v>
                </c:pt>
                <c:pt idx="91">
                  <c:v>12-Feb-2011</c:v>
                </c:pt>
                <c:pt idx="92">
                  <c:v>13-Feb-2011</c:v>
                </c:pt>
                <c:pt idx="93">
                  <c:v>13-Feb-2011</c:v>
                </c:pt>
                <c:pt idx="94">
                  <c:v>14-Feb-2011</c:v>
                </c:pt>
                <c:pt idx="95">
                  <c:v>28-Jan-2011</c:v>
                </c:pt>
              </c:strCache>
            </c:strRef>
          </c:xVal>
          <c:yVal>
            <c:numRef>
              <c:f>Outlier!$N$2:$N$97</c:f>
            </c:numRef>
          </c:yVal>
          <c:smooth val="0"/>
          <c:extLst>
            <c:ext xmlns:c16="http://schemas.microsoft.com/office/drawing/2014/chart" uri="{C3380CC4-5D6E-409C-BE32-E72D297353CC}">
              <c16:uniqueId val="{00000000-ACF6-4E0D-98C7-D164ED3902BB}"/>
            </c:ext>
          </c:extLst>
        </c:ser>
        <c:ser>
          <c:idx val="1"/>
          <c:order val="1"/>
          <c:tx>
            <c:strRef>
              <c:f>Outlier!$O$1</c:f>
              <c:strCache>
                <c:ptCount val="1"/>
                <c:pt idx="0">
                  <c:v>atemp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Outlier!$B$2:$M$97</c:f>
              <c:strCache>
                <c:ptCount val="96"/>
                <c:pt idx="0">
                  <c:v>01-Jan-2011</c:v>
                </c:pt>
                <c:pt idx="1">
                  <c:v>01-Jan-2011</c:v>
                </c:pt>
                <c:pt idx="2">
                  <c:v>01-Jan-2011</c:v>
                </c:pt>
                <c:pt idx="3">
                  <c:v>02-Jan-2011</c:v>
                </c:pt>
                <c:pt idx="4">
                  <c:v>02-Jan-2011</c:v>
                </c:pt>
                <c:pt idx="5">
                  <c:v>02-Jan-2011</c:v>
                </c:pt>
                <c:pt idx="6">
                  <c:v>03-Jan-2011</c:v>
                </c:pt>
                <c:pt idx="7">
                  <c:v>04-Jan-2011</c:v>
                </c:pt>
                <c:pt idx="8">
                  <c:v>04-Jan-2011</c:v>
                </c:pt>
                <c:pt idx="9">
                  <c:v>05-Jan-2011</c:v>
                </c:pt>
                <c:pt idx="10">
                  <c:v>06-Jan-2011</c:v>
                </c:pt>
                <c:pt idx="11">
                  <c:v>06-Jan-2011</c:v>
                </c:pt>
                <c:pt idx="12">
                  <c:v>07-Jan-2011</c:v>
                </c:pt>
                <c:pt idx="13">
                  <c:v>07-Jan-2011</c:v>
                </c:pt>
                <c:pt idx="14">
                  <c:v>07-Jan-2011</c:v>
                </c:pt>
                <c:pt idx="15">
                  <c:v>08-Jan-2011</c:v>
                </c:pt>
                <c:pt idx="16">
                  <c:v>08-Jan-2011</c:v>
                </c:pt>
                <c:pt idx="17">
                  <c:v>08-Jan-2011</c:v>
                </c:pt>
                <c:pt idx="18">
                  <c:v>09-Jan-2011</c:v>
                </c:pt>
                <c:pt idx="19">
                  <c:v>10-Jan-2011</c:v>
                </c:pt>
                <c:pt idx="20">
                  <c:v>10-Jan-2011</c:v>
                </c:pt>
                <c:pt idx="21">
                  <c:v>11-Jan-2011</c:v>
                </c:pt>
                <c:pt idx="22">
                  <c:v>11-Jan-2011</c:v>
                </c:pt>
                <c:pt idx="23">
                  <c:v>11-Jan-2011</c:v>
                </c:pt>
                <c:pt idx="24">
                  <c:v>12-Jan-2011</c:v>
                </c:pt>
                <c:pt idx="25">
                  <c:v>12-Jan-2011</c:v>
                </c:pt>
                <c:pt idx="26">
                  <c:v>13-Jan-2011</c:v>
                </c:pt>
                <c:pt idx="27">
                  <c:v>13-Jan-2011</c:v>
                </c:pt>
                <c:pt idx="28">
                  <c:v>14-Jan-2011</c:v>
                </c:pt>
                <c:pt idx="29">
                  <c:v>14-Jan-2011</c:v>
                </c:pt>
                <c:pt idx="30">
                  <c:v>15-Jan-2011</c:v>
                </c:pt>
                <c:pt idx="31">
                  <c:v>15-Jan-2011</c:v>
                </c:pt>
                <c:pt idx="32">
                  <c:v>16-Jan-2011</c:v>
                </c:pt>
                <c:pt idx="33">
                  <c:v>16-Jan-2011</c:v>
                </c:pt>
                <c:pt idx="34">
                  <c:v>17-Jan-2011</c:v>
                </c:pt>
                <c:pt idx="35">
                  <c:v>17-Jan-2011</c:v>
                </c:pt>
                <c:pt idx="36">
                  <c:v>17-Jan-2011</c:v>
                </c:pt>
                <c:pt idx="37">
                  <c:v>18-Jan-2011</c:v>
                </c:pt>
                <c:pt idx="38">
                  <c:v>19-Jan-2011</c:v>
                </c:pt>
                <c:pt idx="39">
                  <c:v>19-Jan-2011</c:v>
                </c:pt>
                <c:pt idx="40">
                  <c:v>19-Jan-2011</c:v>
                </c:pt>
                <c:pt idx="41">
                  <c:v>20-Jan-2011</c:v>
                </c:pt>
                <c:pt idx="42">
                  <c:v>20-Jan-2011</c:v>
                </c:pt>
                <c:pt idx="43">
                  <c:v>21-Jan-2011</c:v>
                </c:pt>
                <c:pt idx="44">
                  <c:v>21-Jan-2011</c:v>
                </c:pt>
                <c:pt idx="45">
                  <c:v>21-Jan-2011</c:v>
                </c:pt>
                <c:pt idx="46">
                  <c:v>22-Jan-2011</c:v>
                </c:pt>
                <c:pt idx="47">
                  <c:v>22-Jan-2011</c:v>
                </c:pt>
                <c:pt idx="48">
                  <c:v>23-Jan-2011</c:v>
                </c:pt>
                <c:pt idx="49">
                  <c:v>23-Jan-2011</c:v>
                </c:pt>
                <c:pt idx="50">
                  <c:v>24-Jan-2011</c:v>
                </c:pt>
                <c:pt idx="51">
                  <c:v>24-Jan-2011</c:v>
                </c:pt>
                <c:pt idx="52">
                  <c:v>25-Jan-2011</c:v>
                </c:pt>
                <c:pt idx="53">
                  <c:v>25-Jan-2011</c:v>
                </c:pt>
                <c:pt idx="54">
                  <c:v>26-Jan-2011</c:v>
                </c:pt>
                <c:pt idx="55">
                  <c:v>26-Jan-2011</c:v>
                </c:pt>
                <c:pt idx="56">
                  <c:v>26-Jan-2011</c:v>
                </c:pt>
                <c:pt idx="57">
                  <c:v>27-Jan-2011</c:v>
                </c:pt>
                <c:pt idx="58">
                  <c:v>28-Jan-2011</c:v>
                </c:pt>
                <c:pt idx="59">
                  <c:v>28-Jan-2011</c:v>
                </c:pt>
                <c:pt idx="60">
                  <c:v>29-Jan-2011</c:v>
                </c:pt>
                <c:pt idx="61">
                  <c:v>29-Jan-2011</c:v>
                </c:pt>
                <c:pt idx="62">
                  <c:v>30-Jan-2011</c:v>
                </c:pt>
                <c:pt idx="63">
                  <c:v>30-Jan-2011</c:v>
                </c:pt>
                <c:pt idx="64">
                  <c:v>31-Jan-2011</c:v>
                </c:pt>
                <c:pt idx="65">
                  <c:v>31-Jan-2011</c:v>
                </c:pt>
                <c:pt idx="66">
                  <c:v>31-Jan-2011</c:v>
                </c:pt>
                <c:pt idx="67">
                  <c:v>01-Feb-2011</c:v>
                </c:pt>
                <c:pt idx="68">
                  <c:v>01-Feb-2011</c:v>
                </c:pt>
                <c:pt idx="69">
                  <c:v>02-Feb-2011</c:v>
                </c:pt>
                <c:pt idx="70">
                  <c:v>02-Feb-2011</c:v>
                </c:pt>
                <c:pt idx="71">
                  <c:v>02-Feb-2011</c:v>
                </c:pt>
                <c:pt idx="72">
                  <c:v>03-Feb-2011</c:v>
                </c:pt>
                <c:pt idx="73">
                  <c:v>04-Feb-2011</c:v>
                </c:pt>
                <c:pt idx="74">
                  <c:v>04-Feb-2011</c:v>
                </c:pt>
                <c:pt idx="75">
                  <c:v>05-Feb-2011</c:v>
                </c:pt>
                <c:pt idx="76">
                  <c:v>05-Feb-2011</c:v>
                </c:pt>
                <c:pt idx="77">
                  <c:v>05-Feb-2011</c:v>
                </c:pt>
                <c:pt idx="78">
                  <c:v>06-Feb-2011</c:v>
                </c:pt>
                <c:pt idx="79">
                  <c:v>07-Feb-2011</c:v>
                </c:pt>
                <c:pt idx="80">
                  <c:v>07-Feb-2011</c:v>
                </c:pt>
                <c:pt idx="81">
                  <c:v>08-Feb-2011</c:v>
                </c:pt>
                <c:pt idx="82">
                  <c:v>08-Feb-2011</c:v>
                </c:pt>
                <c:pt idx="83">
                  <c:v>08-Feb-2011</c:v>
                </c:pt>
                <c:pt idx="84">
                  <c:v>09-Feb-2011</c:v>
                </c:pt>
                <c:pt idx="85">
                  <c:v>09-Feb-2011</c:v>
                </c:pt>
                <c:pt idx="86">
                  <c:v>09-Feb-2011</c:v>
                </c:pt>
                <c:pt idx="87">
                  <c:v>10-Feb-2011</c:v>
                </c:pt>
                <c:pt idx="88">
                  <c:v>10-Feb-2011</c:v>
                </c:pt>
                <c:pt idx="89">
                  <c:v>10-Feb-2011</c:v>
                </c:pt>
                <c:pt idx="90">
                  <c:v>11-Feb-2011</c:v>
                </c:pt>
                <c:pt idx="91">
                  <c:v>12-Feb-2011</c:v>
                </c:pt>
                <c:pt idx="92">
                  <c:v>13-Feb-2011</c:v>
                </c:pt>
                <c:pt idx="93">
                  <c:v>13-Feb-2011</c:v>
                </c:pt>
                <c:pt idx="94">
                  <c:v>14-Feb-2011</c:v>
                </c:pt>
                <c:pt idx="95">
                  <c:v>28-Jan-2011</c:v>
                </c:pt>
              </c:strCache>
            </c:strRef>
          </c:xVal>
          <c:yVal>
            <c:numRef>
              <c:f>Outlier!$O$2:$O$97</c:f>
            </c:numRef>
          </c:yVal>
          <c:smooth val="0"/>
          <c:extLst>
            <c:ext xmlns:c16="http://schemas.microsoft.com/office/drawing/2014/chart" uri="{C3380CC4-5D6E-409C-BE32-E72D297353CC}">
              <c16:uniqueId val="{00000001-ACF6-4E0D-98C7-D164ED3902BB}"/>
            </c:ext>
          </c:extLst>
        </c:ser>
        <c:ser>
          <c:idx val="2"/>
          <c:order val="2"/>
          <c:tx>
            <c:strRef>
              <c:f>Outlier!$P$1</c:f>
              <c:strCache>
                <c:ptCount val="1"/>
                <c:pt idx="0">
                  <c:v>hum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Outlier!$B$2:$M$97</c:f>
              <c:strCache>
                <c:ptCount val="96"/>
                <c:pt idx="0">
                  <c:v>01-Jan-2011</c:v>
                </c:pt>
                <c:pt idx="1">
                  <c:v>01-Jan-2011</c:v>
                </c:pt>
                <c:pt idx="2">
                  <c:v>01-Jan-2011</c:v>
                </c:pt>
                <c:pt idx="3">
                  <c:v>02-Jan-2011</c:v>
                </c:pt>
                <c:pt idx="4">
                  <c:v>02-Jan-2011</c:v>
                </c:pt>
                <c:pt idx="5">
                  <c:v>02-Jan-2011</c:v>
                </c:pt>
                <c:pt idx="6">
                  <c:v>03-Jan-2011</c:v>
                </c:pt>
                <c:pt idx="7">
                  <c:v>04-Jan-2011</c:v>
                </c:pt>
                <c:pt idx="8">
                  <c:v>04-Jan-2011</c:v>
                </c:pt>
                <c:pt idx="9">
                  <c:v>05-Jan-2011</c:v>
                </c:pt>
                <c:pt idx="10">
                  <c:v>06-Jan-2011</c:v>
                </c:pt>
                <c:pt idx="11">
                  <c:v>06-Jan-2011</c:v>
                </c:pt>
                <c:pt idx="12">
                  <c:v>07-Jan-2011</c:v>
                </c:pt>
                <c:pt idx="13">
                  <c:v>07-Jan-2011</c:v>
                </c:pt>
                <c:pt idx="14">
                  <c:v>07-Jan-2011</c:v>
                </c:pt>
                <c:pt idx="15">
                  <c:v>08-Jan-2011</c:v>
                </c:pt>
                <c:pt idx="16">
                  <c:v>08-Jan-2011</c:v>
                </c:pt>
                <c:pt idx="17">
                  <c:v>08-Jan-2011</c:v>
                </c:pt>
                <c:pt idx="18">
                  <c:v>09-Jan-2011</c:v>
                </c:pt>
                <c:pt idx="19">
                  <c:v>10-Jan-2011</c:v>
                </c:pt>
                <c:pt idx="20">
                  <c:v>10-Jan-2011</c:v>
                </c:pt>
                <c:pt idx="21">
                  <c:v>11-Jan-2011</c:v>
                </c:pt>
                <c:pt idx="22">
                  <c:v>11-Jan-2011</c:v>
                </c:pt>
                <c:pt idx="23">
                  <c:v>11-Jan-2011</c:v>
                </c:pt>
                <c:pt idx="24">
                  <c:v>12-Jan-2011</c:v>
                </c:pt>
                <c:pt idx="25">
                  <c:v>12-Jan-2011</c:v>
                </c:pt>
                <c:pt idx="26">
                  <c:v>13-Jan-2011</c:v>
                </c:pt>
                <c:pt idx="27">
                  <c:v>13-Jan-2011</c:v>
                </c:pt>
                <c:pt idx="28">
                  <c:v>14-Jan-2011</c:v>
                </c:pt>
                <c:pt idx="29">
                  <c:v>14-Jan-2011</c:v>
                </c:pt>
                <c:pt idx="30">
                  <c:v>15-Jan-2011</c:v>
                </c:pt>
                <c:pt idx="31">
                  <c:v>15-Jan-2011</c:v>
                </c:pt>
                <c:pt idx="32">
                  <c:v>16-Jan-2011</c:v>
                </c:pt>
                <c:pt idx="33">
                  <c:v>16-Jan-2011</c:v>
                </c:pt>
                <c:pt idx="34">
                  <c:v>17-Jan-2011</c:v>
                </c:pt>
                <c:pt idx="35">
                  <c:v>17-Jan-2011</c:v>
                </c:pt>
                <c:pt idx="36">
                  <c:v>17-Jan-2011</c:v>
                </c:pt>
                <c:pt idx="37">
                  <c:v>18-Jan-2011</c:v>
                </c:pt>
                <c:pt idx="38">
                  <c:v>19-Jan-2011</c:v>
                </c:pt>
                <c:pt idx="39">
                  <c:v>19-Jan-2011</c:v>
                </c:pt>
                <c:pt idx="40">
                  <c:v>19-Jan-2011</c:v>
                </c:pt>
                <c:pt idx="41">
                  <c:v>20-Jan-2011</c:v>
                </c:pt>
                <c:pt idx="42">
                  <c:v>20-Jan-2011</c:v>
                </c:pt>
                <c:pt idx="43">
                  <c:v>21-Jan-2011</c:v>
                </c:pt>
                <c:pt idx="44">
                  <c:v>21-Jan-2011</c:v>
                </c:pt>
                <c:pt idx="45">
                  <c:v>21-Jan-2011</c:v>
                </c:pt>
                <c:pt idx="46">
                  <c:v>22-Jan-2011</c:v>
                </c:pt>
                <c:pt idx="47">
                  <c:v>22-Jan-2011</c:v>
                </c:pt>
                <c:pt idx="48">
                  <c:v>23-Jan-2011</c:v>
                </c:pt>
                <c:pt idx="49">
                  <c:v>23-Jan-2011</c:v>
                </c:pt>
                <c:pt idx="50">
                  <c:v>24-Jan-2011</c:v>
                </c:pt>
                <c:pt idx="51">
                  <c:v>24-Jan-2011</c:v>
                </c:pt>
                <c:pt idx="52">
                  <c:v>25-Jan-2011</c:v>
                </c:pt>
                <c:pt idx="53">
                  <c:v>25-Jan-2011</c:v>
                </c:pt>
                <c:pt idx="54">
                  <c:v>26-Jan-2011</c:v>
                </c:pt>
                <c:pt idx="55">
                  <c:v>26-Jan-2011</c:v>
                </c:pt>
                <c:pt idx="56">
                  <c:v>26-Jan-2011</c:v>
                </c:pt>
                <c:pt idx="57">
                  <c:v>27-Jan-2011</c:v>
                </c:pt>
                <c:pt idx="58">
                  <c:v>28-Jan-2011</c:v>
                </c:pt>
                <c:pt idx="59">
                  <c:v>28-Jan-2011</c:v>
                </c:pt>
                <c:pt idx="60">
                  <c:v>29-Jan-2011</c:v>
                </c:pt>
                <c:pt idx="61">
                  <c:v>29-Jan-2011</c:v>
                </c:pt>
                <c:pt idx="62">
                  <c:v>30-Jan-2011</c:v>
                </c:pt>
                <c:pt idx="63">
                  <c:v>30-Jan-2011</c:v>
                </c:pt>
                <c:pt idx="64">
                  <c:v>31-Jan-2011</c:v>
                </c:pt>
                <c:pt idx="65">
                  <c:v>31-Jan-2011</c:v>
                </c:pt>
                <c:pt idx="66">
                  <c:v>31-Jan-2011</c:v>
                </c:pt>
                <c:pt idx="67">
                  <c:v>01-Feb-2011</c:v>
                </c:pt>
                <c:pt idx="68">
                  <c:v>01-Feb-2011</c:v>
                </c:pt>
                <c:pt idx="69">
                  <c:v>02-Feb-2011</c:v>
                </c:pt>
                <c:pt idx="70">
                  <c:v>02-Feb-2011</c:v>
                </c:pt>
                <c:pt idx="71">
                  <c:v>02-Feb-2011</c:v>
                </c:pt>
                <c:pt idx="72">
                  <c:v>03-Feb-2011</c:v>
                </c:pt>
                <c:pt idx="73">
                  <c:v>04-Feb-2011</c:v>
                </c:pt>
                <c:pt idx="74">
                  <c:v>04-Feb-2011</c:v>
                </c:pt>
                <c:pt idx="75">
                  <c:v>05-Feb-2011</c:v>
                </c:pt>
                <c:pt idx="76">
                  <c:v>05-Feb-2011</c:v>
                </c:pt>
                <c:pt idx="77">
                  <c:v>05-Feb-2011</c:v>
                </c:pt>
                <c:pt idx="78">
                  <c:v>06-Feb-2011</c:v>
                </c:pt>
                <c:pt idx="79">
                  <c:v>07-Feb-2011</c:v>
                </c:pt>
                <c:pt idx="80">
                  <c:v>07-Feb-2011</c:v>
                </c:pt>
                <c:pt idx="81">
                  <c:v>08-Feb-2011</c:v>
                </c:pt>
                <c:pt idx="82">
                  <c:v>08-Feb-2011</c:v>
                </c:pt>
                <c:pt idx="83">
                  <c:v>08-Feb-2011</c:v>
                </c:pt>
                <c:pt idx="84">
                  <c:v>09-Feb-2011</c:v>
                </c:pt>
                <c:pt idx="85">
                  <c:v>09-Feb-2011</c:v>
                </c:pt>
                <c:pt idx="86">
                  <c:v>09-Feb-2011</c:v>
                </c:pt>
                <c:pt idx="87">
                  <c:v>10-Feb-2011</c:v>
                </c:pt>
                <c:pt idx="88">
                  <c:v>10-Feb-2011</c:v>
                </c:pt>
                <c:pt idx="89">
                  <c:v>10-Feb-2011</c:v>
                </c:pt>
                <c:pt idx="90">
                  <c:v>11-Feb-2011</c:v>
                </c:pt>
                <c:pt idx="91">
                  <c:v>12-Feb-2011</c:v>
                </c:pt>
                <c:pt idx="92">
                  <c:v>13-Feb-2011</c:v>
                </c:pt>
                <c:pt idx="93">
                  <c:v>13-Feb-2011</c:v>
                </c:pt>
                <c:pt idx="94">
                  <c:v>14-Feb-2011</c:v>
                </c:pt>
                <c:pt idx="95">
                  <c:v>28-Jan-2011</c:v>
                </c:pt>
              </c:strCache>
            </c:strRef>
          </c:xVal>
          <c:yVal>
            <c:numRef>
              <c:f>Outlier!$P$2:$P$97</c:f>
            </c:numRef>
          </c:yVal>
          <c:smooth val="0"/>
          <c:extLst>
            <c:ext xmlns:c16="http://schemas.microsoft.com/office/drawing/2014/chart" uri="{C3380CC4-5D6E-409C-BE32-E72D297353CC}">
              <c16:uniqueId val="{00000002-ACF6-4E0D-98C7-D164ED3902BB}"/>
            </c:ext>
          </c:extLst>
        </c:ser>
        <c:ser>
          <c:idx val="3"/>
          <c:order val="3"/>
          <c:tx>
            <c:strRef>
              <c:f>Outlier!$Q$1</c:f>
              <c:strCache>
                <c:ptCount val="1"/>
                <c:pt idx="0">
                  <c:v>windspeed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Outlier!$B$2:$M$97</c:f>
              <c:strCache>
                <c:ptCount val="96"/>
                <c:pt idx="0">
                  <c:v>01-Jan-2011</c:v>
                </c:pt>
                <c:pt idx="1">
                  <c:v>01-Jan-2011</c:v>
                </c:pt>
                <c:pt idx="2">
                  <c:v>01-Jan-2011</c:v>
                </c:pt>
                <c:pt idx="3">
                  <c:v>02-Jan-2011</c:v>
                </c:pt>
                <c:pt idx="4">
                  <c:v>02-Jan-2011</c:v>
                </c:pt>
                <c:pt idx="5">
                  <c:v>02-Jan-2011</c:v>
                </c:pt>
                <c:pt idx="6">
                  <c:v>03-Jan-2011</c:v>
                </c:pt>
                <c:pt idx="7">
                  <c:v>04-Jan-2011</c:v>
                </c:pt>
                <c:pt idx="8">
                  <c:v>04-Jan-2011</c:v>
                </c:pt>
                <c:pt idx="9">
                  <c:v>05-Jan-2011</c:v>
                </c:pt>
                <c:pt idx="10">
                  <c:v>06-Jan-2011</c:v>
                </c:pt>
                <c:pt idx="11">
                  <c:v>06-Jan-2011</c:v>
                </c:pt>
                <c:pt idx="12">
                  <c:v>07-Jan-2011</c:v>
                </c:pt>
                <c:pt idx="13">
                  <c:v>07-Jan-2011</c:v>
                </c:pt>
                <c:pt idx="14">
                  <c:v>07-Jan-2011</c:v>
                </c:pt>
                <c:pt idx="15">
                  <c:v>08-Jan-2011</c:v>
                </c:pt>
                <c:pt idx="16">
                  <c:v>08-Jan-2011</c:v>
                </c:pt>
                <c:pt idx="17">
                  <c:v>08-Jan-2011</c:v>
                </c:pt>
                <c:pt idx="18">
                  <c:v>09-Jan-2011</c:v>
                </c:pt>
                <c:pt idx="19">
                  <c:v>10-Jan-2011</c:v>
                </c:pt>
                <c:pt idx="20">
                  <c:v>10-Jan-2011</c:v>
                </c:pt>
                <c:pt idx="21">
                  <c:v>11-Jan-2011</c:v>
                </c:pt>
                <c:pt idx="22">
                  <c:v>11-Jan-2011</c:v>
                </c:pt>
                <c:pt idx="23">
                  <c:v>11-Jan-2011</c:v>
                </c:pt>
                <c:pt idx="24">
                  <c:v>12-Jan-2011</c:v>
                </c:pt>
                <c:pt idx="25">
                  <c:v>12-Jan-2011</c:v>
                </c:pt>
                <c:pt idx="26">
                  <c:v>13-Jan-2011</c:v>
                </c:pt>
                <c:pt idx="27">
                  <c:v>13-Jan-2011</c:v>
                </c:pt>
                <c:pt idx="28">
                  <c:v>14-Jan-2011</c:v>
                </c:pt>
                <c:pt idx="29">
                  <c:v>14-Jan-2011</c:v>
                </c:pt>
                <c:pt idx="30">
                  <c:v>15-Jan-2011</c:v>
                </c:pt>
                <c:pt idx="31">
                  <c:v>15-Jan-2011</c:v>
                </c:pt>
                <c:pt idx="32">
                  <c:v>16-Jan-2011</c:v>
                </c:pt>
                <c:pt idx="33">
                  <c:v>16-Jan-2011</c:v>
                </c:pt>
                <c:pt idx="34">
                  <c:v>17-Jan-2011</c:v>
                </c:pt>
                <c:pt idx="35">
                  <c:v>17-Jan-2011</c:v>
                </c:pt>
                <c:pt idx="36">
                  <c:v>17-Jan-2011</c:v>
                </c:pt>
                <c:pt idx="37">
                  <c:v>18-Jan-2011</c:v>
                </c:pt>
                <c:pt idx="38">
                  <c:v>19-Jan-2011</c:v>
                </c:pt>
                <c:pt idx="39">
                  <c:v>19-Jan-2011</c:v>
                </c:pt>
                <c:pt idx="40">
                  <c:v>19-Jan-2011</c:v>
                </c:pt>
                <c:pt idx="41">
                  <c:v>20-Jan-2011</c:v>
                </c:pt>
                <c:pt idx="42">
                  <c:v>20-Jan-2011</c:v>
                </c:pt>
                <c:pt idx="43">
                  <c:v>21-Jan-2011</c:v>
                </c:pt>
                <c:pt idx="44">
                  <c:v>21-Jan-2011</c:v>
                </c:pt>
                <c:pt idx="45">
                  <c:v>21-Jan-2011</c:v>
                </c:pt>
                <c:pt idx="46">
                  <c:v>22-Jan-2011</c:v>
                </c:pt>
                <c:pt idx="47">
                  <c:v>22-Jan-2011</c:v>
                </c:pt>
                <c:pt idx="48">
                  <c:v>23-Jan-2011</c:v>
                </c:pt>
                <c:pt idx="49">
                  <c:v>23-Jan-2011</c:v>
                </c:pt>
                <c:pt idx="50">
                  <c:v>24-Jan-2011</c:v>
                </c:pt>
                <c:pt idx="51">
                  <c:v>24-Jan-2011</c:v>
                </c:pt>
                <c:pt idx="52">
                  <c:v>25-Jan-2011</c:v>
                </c:pt>
                <c:pt idx="53">
                  <c:v>25-Jan-2011</c:v>
                </c:pt>
                <c:pt idx="54">
                  <c:v>26-Jan-2011</c:v>
                </c:pt>
                <c:pt idx="55">
                  <c:v>26-Jan-2011</c:v>
                </c:pt>
                <c:pt idx="56">
                  <c:v>26-Jan-2011</c:v>
                </c:pt>
                <c:pt idx="57">
                  <c:v>27-Jan-2011</c:v>
                </c:pt>
                <c:pt idx="58">
                  <c:v>28-Jan-2011</c:v>
                </c:pt>
                <c:pt idx="59">
                  <c:v>28-Jan-2011</c:v>
                </c:pt>
                <c:pt idx="60">
                  <c:v>29-Jan-2011</c:v>
                </c:pt>
                <c:pt idx="61">
                  <c:v>29-Jan-2011</c:v>
                </c:pt>
                <c:pt idx="62">
                  <c:v>30-Jan-2011</c:v>
                </c:pt>
                <c:pt idx="63">
                  <c:v>30-Jan-2011</c:v>
                </c:pt>
                <c:pt idx="64">
                  <c:v>31-Jan-2011</c:v>
                </c:pt>
                <c:pt idx="65">
                  <c:v>31-Jan-2011</c:v>
                </c:pt>
                <c:pt idx="66">
                  <c:v>31-Jan-2011</c:v>
                </c:pt>
                <c:pt idx="67">
                  <c:v>01-Feb-2011</c:v>
                </c:pt>
                <c:pt idx="68">
                  <c:v>01-Feb-2011</c:v>
                </c:pt>
                <c:pt idx="69">
                  <c:v>02-Feb-2011</c:v>
                </c:pt>
                <c:pt idx="70">
                  <c:v>02-Feb-2011</c:v>
                </c:pt>
                <c:pt idx="71">
                  <c:v>02-Feb-2011</c:v>
                </c:pt>
                <c:pt idx="72">
                  <c:v>03-Feb-2011</c:v>
                </c:pt>
                <c:pt idx="73">
                  <c:v>04-Feb-2011</c:v>
                </c:pt>
                <c:pt idx="74">
                  <c:v>04-Feb-2011</c:v>
                </c:pt>
                <c:pt idx="75">
                  <c:v>05-Feb-2011</c:v>
                </c:pt>
                <c:pt idx="76">
                  <c:v>05-Feb-2011</c:v>
                </c:pt>
                <c:pt idx="77">
                  <c:v>05-Feb-2011</c:v>
                </c:pt>
                <c:pt idx="78">
                  <c:v>06-Feb-2011</c:v>
                </c:pt>
                <c:pt idx="79">
                  <c:v>07-Feb-2011</c:v>
                </c:pt>
                <c:pt idx="80">
                  <c:v>07-Feb-2011</c:v>
                </c:pt>
                <c:pt idx="81">
                  <c:v>08-Feb-2011</c:v>
                </c:pt>
                <c:pt idx="82">
                  <c:v>08-Feb-2011</c:v>
                </c:pt>
                <c:pt idx="83">
                  <c:v>08-Feb-2011</c:v>
                </c:pt>
                <c:pt idx="84">
                  <c:v>09-Feb-2011</c:v>
                </c:pt>
                <c:pt idx="85">
                  <c:v>09-Feb-2011</c:v>
                </c:pt>
                <c:pt idx="86">
                  <c:v>09-Feb-2011</c:v>
                </c:pt>
                <c:pt idx="87">
                  <c:v>10-Feb-2011</c:v>
                </c:pt>
                <c:pt idx="88">
                  <c:v>10-Feb-2011</c:v>
                </c:pt>
                <c:pt idx="89">
                  <c:v>10-Feb-2011</c:v>
                </c:pt>
                <c:pt idx="90">
                  <c:v>11-Feb-2011</c:v>
                </c:pt>
                <c:pt idx="91">
                  <c:v>12-Feb-2011</c:v>
                </c:pt>
                <c:pt idx="92">
                  <c:v>13-Feb-2011</c:v>
                </c:pt>
                <c:pt idx="93">
                  <c:v>13-Feb-2011</c:v>
                </c:pt>
                <c:pt idx="94">
                  <c:v>14-Feb-2011</c:v>
                </c:pt>
                <c:pt idx="95">
                  <c:v>28-Jan-2011</c:v>
                </c:pt>
              </c:strCache>
            </c:strRef>
          </c:xVal>
          <c:yVal>
            <c:numRef>
              <c:f>Outlier!$Q$2:$Q$97</c:f>
            </c:numRef>
          </c:yVal>
          <c:smooth val="0"/>
          <c:extLst>
            <c:ext xmlns:c16="http://schemas.microsoft.com/office/drawing/2014/chart" uri="{C3380CC4-5D6E-409C-BE32-E72D297353CC}">
              <c16:uniqueId val="{00000003-ACF6-4E0D-98C7-D164ED3902BB}"/>
            </c:ext>
          </c:extLst>
        </c:ser>
        <c:ser>
          <c:idx val="4"/>
          <c:order val="4"/>
          <c:tx>
            <c:strRef>
              <c:f>Outlier!$R$1</c:f>
              <c:strCache>
                <c:ptCount val="1"/>
                <c:pt idx="0">
                  <c:v>casual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Outlier!$B$2:$M$97</c:f>
              <c:strCache>
                <c:ptCount val="96"/>
                <c:pt idx="0">
                  <c:v>01-Jan-2011</c:v>
                </c:pt>
                <c:pt idx="1">
                  <c:v>01-Jan-2011</c:v>
                </c:pt>
                <c:pt idx="2">
                  <c:v>01-Jan-2011</c:v>
                </c:pt>
                <c:pt idx="3">
                  <c:v>02-Jan-2011</c:v>
                </c:pt>
                <c:pt idx="4">
                  <c:v>02-Jan-2011</c:v>
                </c:pt>
                <c:pt idx="5">
                  <c:v>02-Jan-2011</c:v>
                </c:pt>
                <c:pt idx="6">
                  <c:v>03-Jan-2011</c:v>
                </c:pt>
                <c:pt idx="7">
                  <c:v>04-Jan-2011</c:v>
                </c:pt>
                <c:pt idx="8">
                  <c:v>04-Jan-2011</c:v>
                </c:pt>
                <c:pt idx="9">
                  <c:v>05-Jan-2011</c:v>
                </c:pt>
                <c:pt idx="10">
                  <c:v>06-Jan-2011</c:v>
                </c:pt>
                <c:pt idx="11">
                  <c:v>06-Jan-2011</c:v>
                </c:pt>
                <c:pt idx="12">
                  <c:v>07-Jan-2011</c:v>
                </c:pt>
                <c:pt idx="13">
                  <c:v>07-Jan-2011</c:v>
                </c:pt>
                <c:pt idx="14">
                  <c:v>07-Jan-2011</c:v>
                </c:pt>
                <c:pt idx="15">
                  <c:v>08-Jan-2011</c:v>
                </c:pt>
                <c:pt idx="16">
                  <c:v>08-Jan-2011</c:v>
                </c:pt>
                <c:pt idx="17">
                  <c:v>08-Jan-2011</c:v>
                </c:pt>
                <c:pt idx="18">
                  <c:v>09-Jan-2011</c:v>
                </c:pt>
                <c:pt idx="19">
                  <c:v>10-Jan-2011</c:v>
                </c:pt>
                <c:pt idx="20">
                  <c:v>10-Jan-2011</c:v>
                </c:pt>
                <c:pt idx="21">
                  <c:v>11-Jan-2011</c:v>
                </c:pt>
                <c:pt idx="22">
                  <c:v>11-Jan-2011</c:v>
                </c:pt>
                <c:pt idx="23">
                  <c:v>11-Jan-2011</c:v>
                </c:pt>
                <c:pt idx="24">
                  <c:v>12-Jan-2011</c:v>
                </c:pt>
                <c:pt idx="25">
                  <c:v>12-Jan-2011</c:v>
                </c:pt>
                <c:pt idx="26">
                  <c:v>13-Jan-2011</c:v>
                </c:pt>
                <c:pt idx="27">
                  <c:v>13-Jan-2011</c:v>
                </c:pt>
                <c:pt idx="28">
                  <c:v>14-Jan-2011</c:v>
                </c:pt>
                <c:pt idx="29">
                  <c:v>14-Jan-2011</c:v>
                </c:pt>
                <c:pt idx="30">
                  <c:v>15-Jan-2011</c:v>
                </c:pt>
                <c:pt idx="31">
                  <c:v>15-Jan-2011</c:v>
                </c:pt>
                <c:pt idx="32">
                  <c:v>16-Jan-2011</c:v>
                </c:pt>
                <c:pt idx="33">
                  <c:v>16-Jan-2011</c:v>
                </c:pt>
                <c:pt idx="34">
                  <c:v>17-Jan-2011</c:v>
                </c:pt>
                <c:pt idx="35">
                  <c:v>17-Jan-2011</c:v>
                </c:pt>
                <c:pt idx="36">
                  <c:v>17-Jan-2011</c:v>
                </c:pt>
                <c:pt idx="37">
                  <c:v>18-Jan-2011</c:v>
                </c:pt>
                <c:pt idx="38">
                  <c:v>19-Jan-2011</c:v>
                </c:pt>
                <c:pt idx="39">
                  <c:v>19-Jan-2011</c:v>
                </c:pt>
                <c:pt idx="40">
                  <c:v>19-Jan-2011</c:v>
                </c:pt>
                <c:pt idx="41">
                  <c:v>20-Jan-2011</c:v>
                </c:pt>
                <c:pt idx="42">
                  <c:v>20-Jan-2011</c:v>
                </c:pt>
                <c:pt idx="43">
                  <c:v>21-Jan-2011</c:v>
                </c:pt>
                <c:pt idx="44">
                  <c:v>21-Jan-2011</c:v>
                </c:pt>
                <c:pt idx="45">
                  <c:v>21-Jan-2011</c:v>
                </c:pt>
                <c:pt idx="46">
                  <c:v>22-Jan-2011</c:v>
                </c:pt>
                <c:pt idx="47">
                  <c:v>22-Jan-2011</c:v>
                </c:pt>
                <c:pt idx="48">
                  <c:v>23-Jan-2011</c:v>
                </c:pt>
                <c:pt idx="49">
                  <c:v>23-Jan-2011</c:v>
                </c:pt>
                <c:pt idx="50">
                  <c:v>24-Jan-2011</c:v>
                </c:pt>
                <c:pt idx="51">
                  <c:v>24-Jan-2011</c:v>
                </c:pt>
                <c:pt idx="52">
                  <c:v>25-Jan-2011</c:v>
                </c:pt>
                <c:pt idx="53">
                  <c:v>25-Jan-2011</c:v>
                </c:pt>
                <c:pt idx="54">
                  <c:v>26-Jan-2011</c:v>
                </c:pt>
                <c:pt idx="55">
                  <c:v>26-Jan-2011</c:v>
                </c:pt>
                <c:pt idx="56">
                  <c:v>26-Jan-2011</c:v>
                </c:pt>
                <c:pt idx="57">
                  <c:v>27-Jan-2011</c:v>
                </c:pt>
                <c:pt idx="58">
                  <c:v>28-Jan-2011</c:v>
                </c:pt>
                <c:pt idx="59">
                  <c:v>28-Jan-2011</c:v>
                </c:pt>
                <c:pt idx="60">
                  <c:v>29-Jan-2011</c:v>
                </c:pt>
                <c:pt idx="61">
                  <c:v>29-Jan-2011</c:v>
                </c:pt>
                <c:pt idx="62">
                  <c:v>30-Jan-2011</c:v>
                </c:pt>
                <c:pt idx="63">
                  <c:v>30-Jan-2011</c:v>
                </c:pt>
                <c:pt idx="64">
                  <c:v>31-Jan-2011</c:v>
                </c:pt>
                <c:pt idx="65">
                  <c:v>31-Jan-2011</c:v>
                </c:pt>
                <c:pt idx="66">
                  <c:v>31-Jan-2011</c:v>
                </c:pt>
                <c:pt idx="67">
                  <c:v>01-Feb-2011</c:v>
                </c:pt>
                <c:pt idx="68">
                  <c:v>01-Feb-2011</c:v>
                </c:pt>
                <c:pt idx="69">
                  <c:v>02-Feb-2011</c:v>
                </c:pt>
                <c:pt idx="70">
                  <c:v>02-Feb-2011</c:v>
                </c:pt>
                <c:pt idx="71">
                  <c:v>02-Feb-2011</c:v>
                </c:pt>
                <c:pt idx="72">
                  <c:v>03-Feb-2011</c:v>
                </c:pt>
                <c:pt idx="73">
                  <c:v>04-Feb-2011</c:v>
                </c:pt>
                <c:pt idx="74">
                  <c:v>04-Feb-2011</c:v>
                </c:pt>
                <c:pt idx="75">
                  <c:v>05-Feb-2011</c:v>
                </c:pt>
                <c:pt idx="76">
                  <c:v>05-Feb-2011</c:v>
                </c:pt>
                <c:pt idx="77">
                  <c:v>05-Feb-2011</c:v>
                </c:pt>
                <c:pt idx="78">
                  <c:v>06-Feb-2011</c:v>
                </c:pt>
                <c:pt idx="79">
                  <c:v>07-Feb-2011</c:v>
                </c:pt>
                <c:pt idx="80">
                  <c:v>07-Feb-2011</c:v>
                </c:pt>
                <c:pt idx="81">
                  <c:v>08-Feb-2011</c:v>
                </c:pt>
                <c:pt idx="82">
                  <c:v>08-Feb-2011</c:v>
                </c:pt>
                <c:pt idx="83">
                  <c:v>08-Feb-2011</c:v>
                </c:pt>
                <c:pt idx="84">
                  <c:v>09-Feb-2011</c:v>
                </c:pt>
                <c:pt idx="85">
                  <c:v>09-Feb-2011</c:v>
                </c:pt>
                <c:pt idx="86">
                  <c:v>09-Feb-2011</c:v>
                </c:pt>
                <c:pt idx="87">
                  <c:v>10-Feb-2011</c:v>
                </c:pt>
                <c:pt idx="88">
                  <c:v>10-Feb-2011</c:v>
                </c:pt>
                <c:pt idx="89">
                  <c:v>10-Feb-2011</c:v>
                </c:pt>
                <c:pt idx="90">
                  <c:v>11-Feb-2011</c:v>
                </c:pt>
                <c:pt idx="91">
                  <c:v>12-Feb-2011</c:v>
                </c:pt>
                <c:pt idx="92">
                  <c:v>13-Feb-2011</c:v>
                </c:pt>
                <c:pt idx="93">
                  <c:v>13-Feb-2011</c:v>
                </c:pt>
                <c:pt idx="94">
                  <c:v>14-Feb-2011</c:v>
                </c:pt>
                <c:pt idx="95">
                  <c:v>28-Jan-2011</c:v>
                </c:pt>
              </c:strCache>
            </c:strRef>
          </c:xVal>
          <c:yVal>
            <c:numRef>
              <c:f>Outlier!$R$2:$R$97</c:f>
            </c:numRef>
          </c:yVal>
          <c:smooth val="0"/>
          <c:extLst>
            <c:ext xmlns:c16="http://schemas.microsoft.com/office/drawing/2014/chart" uri="{C3380CC4-5D6E-409C-BE32-E72D297353CC}">
              <c16:uniqueId val="{00000004-ACF6-4E0D-98C7-D164ED3902BB}"/>
            </c:ext>
          </c:extLst>
        </c:ser>
        <c:ser>
          <c:idx val="5"/>
          <c:order val="5"/>
          <c:tx>
            <c:strRef>
              <c:f>Outlier!$S$1</c:f>
              <c:strCache>
                <c:ptCount val="1"/>
                <c:pt idx="0">
                  <c:v>registered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Outlier!$B$2:$M$97</c:f>
              <c:strCache>
                <c:ptCount val="96"/>
                <c:pt idx="0">
                  <c:v>01-Jan-2011</c:v>
                </c:pt>
                <c:pt idx="1">
                  <c:v>01-Jan-2011</c:v>
                </c:pt>
                <c:pt idx="2">
                  <c:v>01-Jan-2011</c:v>
                </c:pt>
                <c:pt idx="3">
                  <c:v>02-Jan-2011</c:v>
                </c:pt>
                <c:pt idx="4">
                  <c:v>02-Jan-2011</c:v>
                </c:pt>
                <c:pt idx="5">
                  <c:v>02-Jan-2011</c:v>
                </c:pt>
                <c:pt idx="6">
                  <c:v>03-Jan-2011</c:v>
                </c:pt>
                <c:pt idx="7">
                  <c:v>04-Jan-2011</c:v>
                </c:pt>
                <c:pt idx="8">
                  <c:v>04-Jan-2011</c:v>
                </c:pt>
                <c:pt idx="9">
                  <c:v>05-Jan-2011</c:v>
                </c:pt>
                <c:pt idx="10">
                  <c:v>06-Jan-2011</c:v>
                </c:pt>
                <c:pt idx="11">
                  <c:v>06-Jan-2011</c:v>
                </c:pt>
                <c:pt idx="12">
                  <c:v>07-Jan-2011</c:v>
                </c:pt>
                <c:pt idx="13">
                  <c:v>07-Jan-2011</c:v>
                </c:pt>
                <c:pt idx="14">
                  <c:v>07-Jan-2011</c:v>
                </c:pt>
                <c:pt idx="15">
                  <c:v>08-Jan-2011</c:v>
                </c:pt>
                <c:pt idx="16">
                  <c:v>08-Jan-2011</c:v>
                </c:pt>
                <c:pt idx="17">
                  <c:v>08-Jan-2011</c:v>
                </c:pt>
                <c:pt idx="18">
                  <c:v>09-Jan-2011</c:v>
                </c:pt>
                <c:pt idx="19">
                  <c:v>10-Jan-2011</c:v>
                </c:pt>
                <c:pt idx="20">
                  <c:v>10-Jan-2011</c:v>
                </c:pt>
                <c:pt idx="21">
                  <c:v>11-Jan-2011</c:v>
                </c:pt>
                <c:pt idx="22">
                  <c:v>11-Jan-2011</c:v>
                </c:pt>
                <c:pt idx="23">
                  <c:v>11-Jan-2011</c:v>
                </c:pt>
                <c:pt idx="24">
                  <c:v>12-Jan-2011</c:v>
                </c:pt>
                <c:pt idx="25">
                  <c:v>12-Jan-2011</c:v>
                </c:pt>
                <c:pt idx="26">
                  <c:v>13-Jan-2011</c:v>
                </c:pt>
                <c:pt idx="27">
                  <c:v>13-Jan-2011</c:v>
                </c:pt>
                <c:pt idx="28">
                  <c:v>14-Jan-2011</c:v>
                </c:pt>
                <c:pt idx="29">
                  <c:v>14-Jan-2011</c:v>
                </c:pt>
                <c:pt idx="30">
                  <c:v>15-Jan-2011</c:v>
                </c:pt>
                <c:pt idx="31">
                  <c:v>15-Jan-2011</c:v>
                </c:pt>
                <c:pt idx="32">
                  <c:v>16-Jan-2011</c:v>
                </c:pt>
                <c:pt idx="33">
                  <c:v>16-Jan-2011</c:v>
                </c:pt>
                <c:pt idx="34">
                  <c:v>17-Jan-2011</c:v>
                </c:pt>
                <c:pt idx="35">
                  <c:v>17-Jan-2011</c:v>
                </c:pt>
                <c:pt idx="36">
                  <c:v>17-Jan-2011</c:v>
                </c:pt>
                <c:pt idx="37">
                  <c:v>18-Jan-2011</c:v>
                </c:pt>
                <c:pt idx="38">
                  <c:v>19-Jan-2011</c:v>
                </c:pt>
                <c:pt idx="39">
                  <c:v>19-Jan-2011</c:v>
                </c:pt>
                <c:pt idx="40">
                  <c:v>19-Jan-2011</c:v>
                </c:pt>
                <c:pt idx="41">
                  <c:v>20-Jan-2011</c:v>
                </c:pt>
                <c:pt idx="42">
                  <c:v>20-Jan-2011</c:v>
                </c:pt>
                <c:pt idx="43">
                  <c:v>21-Jan-2011</c:v>
                </c:pt>
                <c:pt idx="44">
                  <c:v>21-Jan-2011</c:v>
                </c:pt>
                <c:pt idx="45">
                  <c:v>21-Jan-2011</c:v>
                </c:pt>
                <c:pt idx="46">
                  <c:v>22-Jan-2011</c:v>
                </c:pt>
                <c:pt idx="47">
                  <c:v>22-Jan-2011</c:v>
                </c:pt>
                <c:pt idx="48">
                  <c:v>23-Jan-2011</c:v>
                </c:pt>
                <c:pt idx="49">
                  <c:v>23-Jan-2011</c:v>
                </c:pt>
                <c:pt idx="50">
                  <c:v>24-Jan-2011</c:v>
                </c:pt>
                <c:pt idx="51">
                  <c:v>24-Jan-2011</c:v>
                </c:pt>
                <c:pt idx="52">
                  <c:v>25-Jan-2011</c:v>
                </c:pt>
                <c:pt idx="53">
                  <c:v>25-Jan-2011</c:v>
                </c:pt>
                <c:pt idx="54">
                  <c:v>26-Jan-2011</c:v>
                </c:pt>
                <c:pt idx="55">
                  <c:v>26-Jan-2011</c:v>
                </c:pt>
                <c:pt idx="56">
                  <c:v>26-Jan-2011</c:v>
                </c:pt>
                <c:pt idx="57">
                  <c:v>27-Jan-2011</c:v>
                </c:pt>
                <c:pt idx="58">
                  <c:v>28-Jan-2011</c:v>
                </c:pt>
                <c:pt idx="59">
                  <c:v>28-Jan-2011</c:v>
                </c:pt>
                <c:pt idx="60">
                  <c:v>29-Jan-2011</c:v>
                </c:pt>
                <c:pt idx="61">
                  <c:v>29-Jan-2011</c:v>
                </c:pt>
                <c:pt idx="62">
                  <c:v>30-Jan-2011</c:v>
                </c:pt>
                <c:pt idx="63">
                  <c:v>30-Jan-2011</c:v>
                </c:pt>
                <c:pt idx="64">
                  <c:v>31-Jan-2011</c:v>
                </c:pt>
                <c:pt idx="65">
                  <c:v>31-Jan-2011</c:v>
                </c:pt>
                <c:pt idx="66">
                  <c:v>31-Jan-2011</c:v>
                </c:pt>
                <c:pt idx="67">
                  <c:v>01-Feb-2011</c:v>
                </c:pt>
                <c:pt idx="68">
                  <c:v>01-Feb-2011</c:v>
                </c:pt>
                <c:pt idx="69">
                  <c:v>02-Feb-2011</c:v>
                </c:pt>
                <c:pt idx="70">
                  <c:v>02-Feb-2011</c:v>
                </c:pt>
                <c:pt idx="71">
                  <c:v>02-Feb-2011</c:v>
                </c:pt>
                <c:pt idx="72">
                  <c:v>03-Feb-2011</c:v>
                </c:pt>
                <c:pt idx="73">
                  <c:v>04-Feb-2011</c:v>
                </c:pt>
                <c:pt idx="74">
                  <c:v>04-Feb-2011</c:v>
                </c:pt>
                <c:pt idx="75">
                  <c:v>05-Feb-2011</c:v>
                </c:pt>
                <c:pt idx="76">
                  <c:v>05-Feb-2011</c:v>
                </c:pt>
                <c:pt idx="77">
                  <c:v>05-Feb-2011</c:v>
                </c:pt>
                <c:pt idx="78">
                  <c:v>06-Feb-2011</c:v>
                </c:pt>
                <c:pt idx="79">
                  <c:v>07-Feb-2011</c:v>
                </c:pt>
                <c:pt idx="80">
                  <c:v>07-Feb-2011</c:v>
                </c:pt>
                <c:pt idx="81">
                  <c:v>08-Feb-2011</c:v>
                </c:pt>
                <c:pt idx="82">
                  <c:v>08-Feb-2011</c:v>
                </c:pt>
                <c:pt idx="83">
                  <c:v>08-Feb-2011</c:v>
                </c:pt>
                <c:pt idx="84">
                  <c:v>09-Feb-2011</c:v>
                </c:pt>
                <c:pt idx="85">
                  <c:v>09-Feb-2011</c:v>
                </c:pt>
                <c:pt idx="86">
                  <c:v>09-Feb-2011</c:v>
                </c:pt>
                <c:pt idx="87">
                  <c:v>10-Feb-2011</c:v>
                </c:pt>
                <c:pt idx="88">
                  <c:v>10-Feb-2011</c:v>
                </c:pt>
                <c:pt idx="89">
                  <c:v>10-Feb-2011</c:v>
                </c:pt>
                <c:pt idx="90">
                  <c:v>11-Feb-2011</c:v>
                </c:pt>
                <c:pt idx="91">
                  <c:v>12-Feb-2011</c:v>
                </c:pt>
                <c:pt idx="92">
                  <c:v>13-Feb-2011</c:v>
                </c:pt>
                <c:pt idx="93">
                  <c:v>13-Feb-2011</c:v>
                </c:pt>
                <c:pt idx="94">
                  <c:v>14-Feb-2011</c:v>
                </c:pt>
                <c:pt idx="95">
                  <c:v>28-Jan-2011</c:v>
                </c:pt>
              </c:strCache>
            </c:strRef>
          </c:xVal>
          <c:yVal>
            <c:numRef>
              <c:f>Outlier!$S$2:$S$97</c:f>
            </c:numRef>
          </c:yVal>
          <c:smooth val="0"/>
          <c:extLst>
            <c:ext xmlns:c16="http://schemas.microsoft.com/office/drawing/2014/chart" uri="{C3380CC4-5D6E-409C-BE32-E72D297353CC}">
              <c16:uniqueId val="{00000005-ACF6-4E0D-98C7-D164ED3902BB}"/>
            </c:ext>
          </c:extLst>
        </c:ser>
        <c:ser>
          <c:idx val="6"/>
          <c:order val="6"/>
          <c:tx>
            <c:strRef>
              <c:f>Outlier!$T$1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dLbls>
            <c:dLbl>
              <c:idx val="17"/>
              <c:tx>
                <c:rich>
                  <a:bodyPr/>
                  <a:lstStyle/>
                  <a:p>
                    <a:fld id="{483F499F-8722-4BEC-9FE8-C613D64A1CA8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ACF6-4E0D-98C7-D164ED3902BB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fld id="{0644C476-DBBE-44C8-BE9A-EB5C796D9F89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ACF6-4E0D-98C7-D164ED3902BB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fld id="{8C260BDE-444A-46F5-AF45-D7C060DC272A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ACF6-4E0D-98C7-D164ED3902BB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fld id="{69E95225-4B93-444D-A338-0A217E23D430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ACF6-4E0D-98C7-D164ED3902BB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fld id="{244BC2A9-8042-477A-A122-97F6E08B1A91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ACF6-4E0D-98C7-D164ED3902BB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fld id="{74E2E2BF-A7D0-42A4-AF2F-E83CCE90158E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ACF6-4E0D-98C7-D164ED3902BB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fld id="{3387520B-B0FD-4935-91D8-7AC75C932BFB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ACF6-4E0D-98C7-D164ED3902BB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fld id="{26F5D62B-93D7-4EE0-A4BB-6F7587B47A2D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ACF6-4E0D-98C7-D164ED3902BB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fld id="{3F4E4DEA-7F70-4447-968E-514EDC39D7A0}" type="YVALUE">
                      <a:rPr lang="en-US" b="1">
                        <a:solidFill>
                          <a:srgbClr val="FF0000"/>
                        </a:solidFill>
                      </a:rPr>
                      <a:pPr/>
                      <a:t>[Y VALUE]</a:t>
                    </a:fld>
                    <a:endParaRPr lang="en-IN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ACF6-4E0D-98C7-D164ED3902B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poly"/>
            <c:order val="6"/>
            <c:forward val="2"/>
            <c:dispRSqr val="1"/>
            <c:dispEq val="0"/>
            <c:trendlineLbl>
              <c:layout>
                <c:manualLayout>
                  <c:x val="-0.63161210556075986"/>
                  <c:y val="-0.67867468813589316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5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xVal>
            <c:strRef>
              <c:f>Outlier!$B$2:$M$97</c:f>
              <c:strCache>
                <c:ptCount val="96"/>
                <c:pt idx="0">
                  <c:v>01-Jan-2011</c:v>
                </c:pt>
                <c:pt idx="1">
                  <c:v>01-Jan-2011</c:v>
                </c:pt>
                <c:pt idx="2">
                  <c:v>01-Jan-2011</c:v>
                </c:pt>
                <c:pt idx="3">
                  <c:v>02-Jan-2011</c:v>
                </c:pt>
                <c:pt idx="4">
                  <c:v>02-Jan-2011</c:v>
                </c:pt>
                <c:pt idx="5">
                  <c:v>02-Jan-2011</c:v>
                </c:pt>
                <c:pt idx="6">
                  <c:v>03-Jan-2011</c:v>
                </c:pt>
                <c:pt idx="7">
                  <c:v>04-Jan-2011</c:v>
                </c:pt>
                <c:pt idx="8">
                  <c:v>04-Jan-2011</c:v>
                </c:pt>
                <c:pt idx="9">
                  <c:v>05-Jan-2011</c:v>
                </c:pt>
                <c:pt idx="10">
                  <c:v>06-Jan-2011</c:v>
                </c:pt>
                <c:pt idx="11">
                  <c:v>06-Jan-2011</c:v>
                </c:pt>
                <c:pt idx="12">
                  <c:v>07-Jan-2011</c:v>
                </c:pt>
                <c:pt idx="13">
                  <c:v>07-Jan-2011</c:v>
                </c:pt>
                <c:pt idx="14">
                  <c:v>07-Jan-2011</c:v>
                </c:pt>
                <c:pt idx="15">
                  <c:v>08-Jan-2011</c:v>
                </c:pt>
                <c:pt idx="16">
                  <c:v>08-Jan-2011</c:v>
                </c:pt>
                <c:pt idx="17">
                  <c:v>08-Jan-2011</c:v>
                </c:pt>
                <c:pt idx="18">
                  <c:v>09-Jan-2011</c:v>
                </c:pt>
                <c:pt idx="19">
                  <c:v>10-Jan-2011</c:v>
                </c:pt>
                <c:pt idx="20">
                  <c:v>10-Jan-2011</c:v>
                </c:pt>
                <c:pt idx="21">
                  <c:v>11-Jan-2011</c:v>
                </c:pt>
                <c:pt idx="22">
                  <c:v>11-Jan-2011</c:v>
                </c:pt>
                <c:pt idx="23">
                  <c:v>11-Jan-2011</c:v>
                </c:pt>
                <c:pt idx="24">
                  <c:v>12-Jan-2011</c:v>
                </c:pt>
                <c:pt idx="25">
                  <c:v>12-Jan-2011</c:v>
                </c:pt>
                <c:pt idx="26">
                  <c:v>13-Jan-2011</c:v>
                </c:pt>
                <c:pt idx="27">
                  <c:v>13-Jan-2011</c:v>
                </c:pt>
                <c:pt idx="28">
                  <c:v>14-Jan-2011</c:v>
                </c:pt>
                <c:pt idx="29">
                  <c:v>14-Jan-2011</c:v>
                </c:pt>
                <c:pt idx="30">
                  <c:v>15-Jan-2011</c:v>
                </c:pt>
                <c:pt idx="31">
                  <c:v>15-Jan-2011</c:v>
                </c:pt>
                <c:pt idx="32">
                  <c:v>16-Jan-2011</c:v>
                </c:pt>
                <c:pt idx="33">
                  <c:v>16-Jan-2011</c:v>
                </c:pt>
                <c:pt idx="34">
                  <c:v>17-Jan-2011</c:v>
                </c:pt>
                <c:pt idx="35">
                  <c:v>17-Jan-2011</c:v>
                </c:pt>
                <c:pt idx="36">
                  <c:v>17-Jan-2011</c:v>
                </c:pt>
                <c:pt idx="37">
                  <c:v>18-Jan-2011</c:v>
                </c:pt>
                <c:pt idx="38">
                  <c:v>19-Jan-2011</c:v>
                </c:pt>
                <c:pt idx="39">
                  <c:v>19-Jan-2011</c:v>
                </c:pt>
                <c:pt idx="40">
                  <c:v>19-Jan-2011</c:v>
                </c:pt>
                <c:pt idx="41">
                  <c:v>20-Jan-2011</c:v>
                </c:pt>
                <c:pt idx="42">
                  <c:v>20-Jan-2011</c:v>
                </c:pt>
                <c:pt idx="43">
                  <c:v>21-Jan-2011</c:v>
                </c:pt>
                <c:pt idx="44">
                  <c:v>21-Jan-2011</c:v>
                </c:pt>
                <c:pt idx="45">
                  <c:v>21-Jan-2011</c:v>
                </c:pt>
                <c:pt idx="46">
                  <c:v>22-Jan-2011</c:v>
                </c:pt>
                <c:pt idx="47">
                  <c:v>22-Jan-2011</c:v>
                </c:pt>
                <c:pt idx="48">
                  <c:v>23-Jan-2011</c:v>
                </c:pt>
                <c:pt idx="49">
                  <c:v>23-Jan-2011</c:v>
                </c:pt>
                <c:pt idx="50">
                  <c:v>24-Jan-2011</c:v>
                </c:pt>
                <c:pt idx="51">
                  <c:v>24-Jan-2011</c:v>
                </c:pt>
                <c:pt idx="52">
                  <c:v>25-Jan-2011</c:v>
                </c:pt>
                <c:pt idx="53">
                  <c:v>25-Jan-2011</c:v>
                </c:pt>
                <c:pt idx="54">
                  <c:v>26-Jan-2011</c:v>
                </c:pt>
                <c:pt idx="55">
                  <c:v>26-Jan-2011</c:v>
                </c:pt>
                <c:pt idx="56">
                  <c:v>26-Jan-2011</c:v>
                </c:pt>
                <c:pt idx="57">
                  <c:v>27-Jan-2011</c:v>
                </c:pt>
                <c:pt idx="58">
                  <c:v>28-Jan-2011</c:v>
                </c:pt>
                <c:pt idx="59">
                  <c:v>28-Jan-2011</c:v>
                </c:pt>
                <c:pt idx="60">
                  <c:v>29-Jan-2011</c:v>
                </c:pt>
                <c:pt idx="61">
                  <c:v>29-Jan-2011</c:v>
                </c:pt>
                <c:pt idx="62">
                  <c:v>30-Jan-2011</c:v>
                </c:pt>
                <c:pt idx="63">
                  <c:v>30-Jan-2011</c:v>
                </c:pt>
                <c:pt idx="64">
                  <c:v>31-Jan-2011</c:v>
                </c:pt>
                <c:pt idx="65">
                  <c:v>31-Jan-2011</c:v>
                </c:pt>
                <c:pt idx="66">
                  <c:v>31-Jan-2011</c:v>
                </c:pt>
                <c:pt idx="67">
                  <c:v>01-Feb-2011</c:v>
                </c:pt>
                <c:pt idx="68">
                  <c:v>01-Feb-2011</c:v>
                </c:pt>
                <c:pt idx="69">
                  <c:v>02-Feb-2011</c:v>
                </c:pt>
                <c:pt idx="70">
                  <c:v>02-Feb-2011</c:v>
                </c:pt>
                <c:pt idx="71">
                  <c:v>02-Feb-2011</c:v>
                </c:pt>
                <c:pt idx="72">
                  <c:v>03-Feb-2011</c:v>
                </c:pt>
                <c:pt idx="73">
                  <c:v>04-Feb-2011</c:v>
                </c:pt>
                <c:pt idx="74">
                  <c:v>04-Feb-2011</c:v>
                </c:pt>
                <c:pt idx="75">
                  <c:v>05-Feb-2011</c:v>
                </c:pt>
                <c:pt idx="76">
                  <c:v>05-Feb-2011</c:v>
                </c:pt>
                <c:pt idx="77">
                  <c:v>05-Feb-2011</c:v>
                </c:pt>
                <c:pt idx="78">
                  <c:v>06-Feb-2011</c:v>
                </c:pt>
                <c:pt idx="79">
                  <c:v>07-Feb-2011</c:v>
                </c:pt>
                <c:pt idx="80">
                  <c:v>07-Feb-2011</c:v>
                </c:pt>
                <c:pt idx="81">
                  <c:v>08-Feb-2011</c:v>
                </c:pt>
                <c:pt idx="82">
                  <c:v>08-Feb-2011</c:v>
                </c:pt>
                <c:pt idx="83">
                  <c:v>08-Feb-2011</c:v>
                </c:pt>
                <c:pt idx="84">
                  <c:v>09-Feb-2011</c:v>
                </c:pt>
                <c:pt idx="85">
                  <c:v>09-Feb-2011</c:v>
                </c:pt>
                <c:pt idx="86">
                  <c:v>09-Feb-2011</c:v>
                </c:pt>
                <c:pt idx="87">
                  <c:v>10-Feb-2011</c:v>
                </c:pt>
                <c:pt idx="88">
                  <c:v>10-Feb-2011</c:v>
                </c:pt>
                <c:pt idx="89">
                  <c:v>10-Feb-2011</c:v>
                </c:pt>
                <c:pt idx="90">
                  <c:v>11-Feb-2011</c:v>
                </c:pt>
                <c:pt idx="91">
                  <c:v>12-Feb-2011</c:v>
                </c:pt>
                <c:pt idx="92">
                  <c:v>13-Feb-2011</c:v>
                </c:pt>
                <c:pt idx="93">
                  <c:v>13-Feb-2011</c:v>
                </c:pt>
                <c:pt idx="94">
                  <c:v>14-Feb-2011</c:v>
                </c:pt>
                <c:pt idx="95">
                  <c:v>28-Jan-2011</c:v>
                </c:pt>
              </c:strCache>
            </c:strRef>
          </c:xVal>
          <c:yVal>
            <c:numRef>
              <c:f>Outlier!$T$2:$T$97</c:f>
              <c:numCache>
                <c:formatCode>General</c:formatCode>
                <c:ptCount val="96"/>
                <c:pt idx="0">
                  <c:v>16</c:v>
                </c:pt>
                <c:pt idx="1">
                  <c:v>1</c:v>
                </c:pt>
                <c:pt idx="2">
                  <c:v>35</c:v>
                </c:pt>
                <c:pt idx="3">
                  <c:v>17</c:v>
                </c:pt>
                <c:pt idx="4">
                  <c:v>2</c:v>
                </c:pt>
                <c:pt idx="5">
                  <c:v>65</c:v>
                </c:pt>
                <c:pt idx="6">
                  <c:v>5</c:v>
                </c:pt>
                <c:pt idx="7">
                  <c:v>5</c:v>
                </c:pt>
                <c:pt idx="8">
                  <c:v>42</c:v>
                </c:pt>
                <c:pt idx="9">
                  <c:v>6</c:v>
                </c:pt>
                <c:pt idx="10">
                  <c:v>11</c:v>
                </c:pt>
                <c:pt idx="11">
                  <c:v>1</c:v>
                </c:pt>
                <c:pt idx="12">
                  <c:v>17</c:v>
                </c:pt>
                <c:pt idx="13">
                  <c:v>5</c:v>
                </c:pt>
                <c:pt idx="14">
                  <c:v>84</c:v>
                </c:pt>
                <c:pt idx="15">
                  <c:v>25</c:v>
                </c:pt>
                <c:pt idx="16">
                  <c:v>7</c:v>
                </c:pt>
                <c:pt idx="17">
                  <c:v>102</c:v>
                </c:pt>
                <c:pt idx="18">
                  <c:v>25</c:v>
                </c:pt>
                <c:pt idx="19">
                  <c:v>5</c:v>
                </c:pt>
                <c:pt idx="20">
                  <c:v>188</c:v>
                </c:pt>
                <c:pt idx="21">
                  <c:v>12</c:v>
                </c:pt>
                <c:pt idx="22">
                  <c:v>3</c:v>
                </c:pt>
                <c:pt idx="23">
                  <c:v>95</c:v>
                </c:pt>
                <c:pt idx="24">
                  <c:v>7</c:v>
                </c:pt>
                <c:pt idx="25">
                  <c:v>1</c:v>
                </c:pt>
                <c:pt idx="26">
                  <c:v>7</c:v>
                </c:pt>
                <c:pt idx="27">
                  <c:v>38</c:v>
                </c:pt>
                <c:pt idx="28">
                  <c:v>14</c:v>
                </c:pt>
                <c:pt idx="29">
                  <c:v>36</c:v>
                </c:pt>
                <c:pt idx="30">
                  <c:v>28</c:v>
                </c:pt>
                <c:pt idx="31">
                  <c:v>20</c:v>
                </c:pt>
                <c:pt idx="32">
                  <c:v>39</c:v>
                </c:pt>
                <c:pt idx="33">
                  <c:v>2</c:v>
                </c:pt>
                <c:pt idx="34">
                  <c:v>17</c:v>
                </c:pt>
                <c:pt idx="35">
                  <c:v>71</c:v>
                </c:pt>
                <c:pt idx="36">
                  <c:v>60</c:v>
                </c:pt>
                <c:pt idx="37">
                  <c:v>3</c:v>
                </c:pt>
                <c:pt idx="38">
                  <c:v>3</c:v>
                </c:pt>
                <c:pt idx="39">
                  <c:v>7</c:v>
                </c:pt>
                <c:pt idx="40">
                  <c:v>78</c:v>
                </c:pt>
                <c:pt idx="41">
                  <c:v>13</c:v>
                </c:pt>
                <c:pt idx="42">
                  <c:v>143</c:v>
                </c:pt>
                <c:pt idx="43">
                  <c:v>21</c:v>
                </c:pt>
                <c:pt idx="44">
                  <c:v>2</c:v>
                </c:pt>
                <c:pt idx="45">
                  <c:v>5</c:v>
                </c:pt>
                <c:pt idx="46">
                  <c:v>13</c:v>
                </c:pt>
                <c:pt idx="47">
                  <c:v>12</c:v>
                </c:pt>
                <c:pt idx="48">
                  <c:v>22</c:v>
                </c:pt>
                <c:pt idx="49">
                  <c:v>3</c:v>
                </c:pt>
                <c:pt idx="50">
                  <c:v>7</c:v>
                </c:pt>
                <c:pt idx="51">
                  <c:v>63</c:v>
                </c:pt>
                <c:pt idx="52">
                  <c:v>9</c:v>
                </c:pt>
                <c:pt idx="53">
                  <c:v>2</c:v>
                </c:pt>
                <c:pt idx="54">
                  <c:v>17</c:v>
                </c:pt>
                <c:pt idx="55">
                  <c:v>10</c:v>
                </c:pt>
                <c:pt idx="56">
                  <c:v>36</c:v>
                </c:pt>
                <c:pt idx="57">
                  <c:v>24</c:v>
                </c:pt>
                <c:pt idx="58">
                  <c:v>9</c:v>
                </c:pt>
                <c:pt idx="59">
                  <c:v>101</c:v>
                </c:pt>
                <c:pt idx="60">
                  <c:v>20</c:v>
                </c:pt>
                <c:pt idx="61">
                  <c:v>55</c:v>
                </c:pt>
                <c:pt idx="62">
                  <c:v>33</c:v>
                </c:pt>
                <c:pt idx="63">
                  <c:v>12</c:v>
                </c:pt>
                <c:pt idx="64">
                  <c:v>7</c:v>
                </c:pt>
                <c:pt idx="65">
                  <c:v>7</c:v>
                </c:pt>
                <c:pt idx="66">
                  <c:v>78</c:v>
                </c:pt>
                <c:pt idx="67">
                  <c:v>8</c:v>
                </c:pt>
                <c:pt idx="68">
                  <c:v>3</c:v>
                </c:pt>
                <c:pt idx="69">
                  <c:v>2</c:v>
                </c:pt>
                <c:pt idx="70">
                  <c:v>123</c:v>
                </c:pt>
                <c:pt idx="71">
                  <c:v>75</c:v>
                </c:pt>
                <c:pt idx="72">
                  <c:v>12</c:v>
                </c:pt>
                <c:pt idx="73">
                  <c:v>13</c:v>
                </c:pt>
                <c:pt idx="74">
                  <c:v>87</c:v>
                </c:pt>
                <c:pt idx="75">
                  <c:v>39</c:v>
                </c:pt>
                <c:pt idx="76">
                  <c:v>8</c:v>
                </c:pt>
                <c:pt idx="77">
                  <c:v>69</c:v>
                </c:pt>
                <c:pt idx="78">
                  <c:v>39</c:v>
                </c:pt>
                <c:pt idx="79">
                  <c:v>15</c:v>
                </c:pt>
                <c:pt idx="80">
                  <c:v>230</c:v>
                </c:pt>
                <c:pt idx="81">
                  <c:v>10</c:v>
                </c:pt>
                <c:pt idx="82">
                  <c:v>1</c:v>
                </c:pt>
                <c:pt idx="83">
                  <c:v>3</c:v>
                </c:pt>
                <c:pt idx="84">
                  <c:v>17</c:v>
                </c:pt>
                <c:pt idx="85">
                  <c:v>41</c:v>
                </c:pt>
                <c:pt idx="86">
                  <c:v>88</c:v>
                </c:pt>
                <c:pt idx="87">
                  <c:v>16</c:v>
                </c:pt>
                <c:pt idx="88">
                  <c:v>1</c:v>
                </c:pt>
                <c:pt idx="89">
                  <c:v>99</c:v>
                </c:pt>
                <c:pt idx="90">
                  <c:v>14</c:v>
                </c:pt>
                <c:pt idx="91">
                  <c:v>30</c:v>
                </c:pt>
                <c:pt idx="92">
                  <c:v>39</c:v>
                </c:pt>
                <c:pt idx="93">
                  <c:v>20</c:v>
                </c:pt>
                <c:pt idx="94">
                  <c:v>11</c:v>
                </c:pt>
                <c:pt idx="95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B-ACF6-4E0D-98C7-D164ED3902B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72049103"/>
        <c:axId val="1140880623"/>
      </c:scatterChart>
      <c:valAx>
        <c:axId val="11720491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880623"/>
        <c:crosses val="autoZero"/>
        <c:crossBetween val="midCat"/>
      </c:valAx>
      <c:valAx>
        <c:axId val="1140880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2049103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22000">
          <a:srgbClr val="00B0F0"/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1" i="0" u="sng" strike="noStrike" kern="1200" spc="0" baseline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pPr>
            <a:r>
              <a:rPr lang="en-US" b="1" u="sng">
                <a:solidFill>
                  <a:srgbClr val="C00000"/>
                </a:solidFill>
              </a:rPr>
              <a:t>Casual Riders Forecast </a:t>
            </a:r>
          </a:p>
        </c:rich>
      </c:tx>
      <c:layout>
        <c:manualLayout>
          <c:xMode val="edge"/>
          <c:yMode val="edge"/>
          <c:x val="0.30851096692228541"/>
          <c:y val="2.17273221075502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1" i="0" u="sng" strike="noStrike" kern="1200" spc="0" baseline="0">
              <a:solidFill>
                <a:srgbClr val="C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1377969058215546E-2"/>
          <c:y val="1.9021713194941541E-2"/>
          <c:w val="0.94506969237540961"/>
          <c:h val="0.7056849711967822"/>
        </c:manualLayout>
      </c:layout>
      <c:lineChart>
        <c:grouping val="standard"/>
        <c:varyColors val="0"/>
        <c:ser>
          <c:idx val="0"/>
          <c:order val="0"/>
          <c:tx>
            <c:strRef>
              <c:f>'Casual riderforecast'!$B$1</c:f>
              <c:strCache>
                <c:ptCount val="1"/>
                <c:pt idx="0">
                  <c:v>Values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'Casual riderforecast'!$B$2:$B$75</c:f>
              <c:numCache>
                <c:formatCode>General</c:formatCode>
                <c:ptCount val="74"/>
                <c:pt idx="0">
                  <c:v>3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3</c:v>
                </c:pt>
                <c:pt idx="15">
                  <c:v>6</c:v>
                </c:pt>
                <c:pt idx="16">
                  <c:v>1</c:v>
                </c:pt>
                <c:pt idx="17">
                  <c:v>0</c:v>
                </c:pt>
                <c:pt idx="18">
                  <c:v>0</c:v>
                </c:pt>
                <c:pt idx="19">
                  <c:v>5</c:v>
                </c:pt>
                <c:pt idx="20">
                  <c:v>1</c:v>
                </c:pt>
                <c:pt idx="21">
                  <c:v>0</c:v>
                </c:pt>
                <c:pt idx="22">
                  <c:v>2</c:v>
                </c:pt>
                <c:pt idx="23">
                  <c:v>0</c:v>
                </c:pt>
                <c:pt idx="24">
                  <c:v>3</c:v>
                </c:pt>
                <c:pt idx="25">
                  <c:v>3</c:v>
                </c:pt>
                <c:pt idx="26">
                  <c:v>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</c:v>
                </c:pt>
                <c:pt idx="31">
                  <c:v>2</c:v>
                </c:pt>
                <c:pt idx="32">
                  <c:v>0</c:v>
                </c:pt>
                <c:pt idx="33">
                  <c:v>1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4</c:v>
                </c:pt>
                <c:pt idx="39">
                  <c:v>0</c:v>
                </c:pt>
                <c:pt idx="40">
                  <c:v>0</c:v>
                </c:pt>
                <c:pt idx="41">
                  <c:v>2</c:v>
                </c:pt>
                <c:pt idx="42">
                  <c:v>3</c:v>
                </c:pt>
                <c:pt idx="43">
                  <c:v>5</c:v>
                </c:pt>
                <c:pt idx="44">
                  <c:v>3</c:v>
                </c:pt>
                <c:pt idx="45" formatCode="0">
                  <c:v>1.9707070707071352</c:v>
                </c:pt>
                <c:pt idx="46" formatCode="0">
                  <c:v>1.9858585858586366</c:v>
                </c:pt>
                <c:pt idx="47" formatCode="0">
                  <c:v>2.001010101010138</c:v>
                </c:pt>
                <c:pt idx="48" formatCode="0">
                  <c:v>2.0161616161616394</c:v>
                </c:pt>
                <c:pt idx="49" formatCode="0">
                  <c:v>2.0313131313132544</c:v>
                </c:pt>
                <c:pt idx="50" formatCode="0">
                  <c:v>2.0464646464647558</c:v>
                </c:pt>
                <c:pt idx="51" formatCode="0">
                  <c:v>2.0616161616162572</c:v>
                </c:pt>
                <c:pt idx="52" formatCode="0">
                  <c:v>2.0767676767677585</c:v>
                </c:pt>
                <c:pt idx="53" formatCode="0">
                  <c:v>2.0919191919192599</c:v>
                </c:pt>
                <c:pt idx="54" formatCode="0">
                  <c:v>2.1070707070707613</c:v>
                </c:pt>
                <c:pt idx="55" formatCode="0">
                  <c:v>2.1222222222222626</c:v>
                </c:pt>
                <c:pt idx="56" formatCode="0">
                  <c:v>2.137373737373764</c:v>
                </c:pt>
                <c:pt idx="57" formatCode="0">
                  <c:v>2.1525252525252654</c:v>
                </c:pt>
                <c:pt idx="58" formatCode="0">
                  <c:v>2.1676767676768804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7C-4718-B4D2-0F3B5AE31173}"/>
            </c:ext>
          </c:extLst>
        </c:ser>
        <c:ser>
          <c:idx val="1"/>
          <c:order val="1"/>
          <c:tx>
            <c:strRef>
              <c:f>'Casual riderforecast'!$C$1</c:f>
              <c:strCache>
                <c:ptCount val="1"/>
                <c:pt idx="0">
                  <c:v>Forecast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34925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'Casual riderforecast'!$A$2:$A$75</c:f>
              <c:numCache>
                <c:formatCode>d\-mmm\-yy</c:formatCode>
                <c:ptCount val="74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  <c:pt idx="59">
                  <c:v>40603</c:v>
                </c:pt>
                <c:pt idx="60">
                  <c:v>40604</c:v>
                </c:pt>
                <c:pt idx="61">
                  <c:v>40605</c:v>
                </c:pt>
                <c:pt idx="62">
                  <c:v>40606</c:v>
                </c:pt>
                <c:pt idx="63">
                  <c:v>40607</c:v>
                </c:pt>
                <c:pt idx="64">
                  <c:v>40608</c:v>
                </c:pt>
                <c:pt idx="65">
                  <c:v>40609</c:v>
                </c:pt>
                <c:pt idx="66">
                  <c:v>40610</c:v>
                </c:pt>
                <c:pt idx="67">
                  <c:v>40611</c:v>
                </c:pt>
                <c:pt idx="68">
                  <c:v>40612</c:v>
                </c:pt>
                <c:pt idx="69">
                  <c:v>40613</c:v>
                </c:pt>
                <c:pt idx="70">
                  <c:v>40614</c:v>
                </c:pt>
                <c:pt idx="71">
                  <c:v>40615</c:v>
                </c:pt>
                <c:pt idx="72">
                  <c:v>40616</c:v>
                </c:pt>
                <c:pt idx="73">
                  <c:v>40617</c:v>
                </c:pt>
              </c:numCache>
            </c:numRef>
          </c:cat>
          <c:val>
            <c:numRef>
              <c:f>'Casual riderforecast'!$C$2:$C$75</c:f>
              <c:numCache>
                <c:formatCode>General</c:formatCode>
                <c:ptCount val="74"/>
                <c:pt idx="58" formatCode="0">
                  <c:v>2.1676767676768804</c:v>
                </c:pt>
                <c:pt idx="59" formatCode="0">
                  <c:v>2.1619786883420002</c:v>
                </c:pt>
                <c:pt idx="60" formatCode="0">
                  <c:v>2.1681943944576587</c:v>
                </c:pt>
                <c:pt idx="61" formatCode="0">
                  <c:v>2.1744101005733172</c:v>
                </c:pt>
                <c:pt idx="62" formatCode="0">
                  <c:v>2.1806258066889757</c:v>
                </c:pt>
                <c:pt idx="63" formatCode="0">
                  <c:v>2.1868415128046341</c:v>
                </c:pt>
                <c:pt idx="64" formatCode="0">
                  <c:v>2.1930572189202926</c:v>
                </c:pt>
                <c:pt idx="65" formatCode="0">
                  <c:v>2.1992729250359511</c:v>
                </c:pt>
                <c:pt idx="66" formatCode="0">
                  <c:v>2.2054886311516095</c:v>
                </c:pt>
                <c:pt idx="67" formatCode="0">
                  <c:v>2.211704337267268</c:v>
                </c:pt>
                <c:pt idx="68" formatCode="0">
                  <c:v>2.2179200433829265</c:v>
                </c:pt>
                <c:pt idx="69" formatCode="0">
                  <c:v>2.2241357494985849</c:v>
                </c:pt>
                <c:pt idx="70" formatCode="0">
                  <c:v>2.2303514556142434</c:v>
                </c:pt>
                <c:pt idx="71" formatCode="0">
                  <c:v>2.2365671617299019</c:v>
                </c:pt>
                <c:pt idx="72" formatCode="0">
                  <c:v>2.2427828678455604</c:v>
                </c:pt>
                <c:pt idx="73" formatCode="0">
                  <c:v>2.2489985739612188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7C-4718-B4D2-0F3B5AE31173}"/>
            </c:ext>
          </c:extLst>
        </c:ser>
        <c:ser>
          <c:idx val="2"/>
          <c:order val="2"/>
          <c:tx>
            <c:strRef>
              <c:f>'Casual riderforecast'!$D$1</c:f>
              <c:strCache>
                <c:ptCount val="1"/>
                <c:pt idx="0">
                  <c:v>Lower Confidence Bound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'Casual riderforecast'!$A$2:$A$75</c:f>
              <c:numCache>
                <c:formatCode>d\-mmm\-yy</c:formatCode>
                <c:ptCount val="74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  <c:pt idx="59">
                  <c:v>40603</c:v>
                </c:pt>
                <c:pt idx="60">
                  <c:v>40604</c:v>
                </c:pt>
                <c:pt idx="61">
                  <c:v>40605</c:v>
                </c:pt>
                <c:pt idx="62">
                  <c:v>40606</c:v>
                </c:pt>
                <c:pt idx="63">
                  <c:v>40607</c:v>
                </c:pt>
                <c:pt idx="64">
                  <c:v>40608</c:v>
                </c:pt>
                <c:pt idx="65">
                  <c:v>40609</c:v>
                </c:pt>
                <c:pt idx="66">
                  <c:v>40610</c:v>
                </c:pt>
                <c:pt idx="67">
                  <c:v>40611</c:v>
                </c:pt>
                <c:pt idx="68">
                  <c:v>40612</c:v>
                </c:pt>
                <c:pt idx="69">
                  <c:v>40613</c:v>
                </c:pt>
                <c:pt idx="70">
                  <c:v>40614</c:v>
                </c:pt>
                <c:pt idx="71">
                  <c:v>40615</c:v>
                </c:pt>
                <c:pt idx="72">
                  <c:v>40616</c:v>
                </c:pt>
                <c:pt idx="73">
                  <c:v>40617</c:v>
                </c:pt>
              </c:numCache>
            </c:numRef>
          </c:cat>
          <c:val>
            <c:numRef>
              <c:f>'Casual riderforecast'!$D$2:$D$75</c:f>
              <c:numCache>
                <c:formatCode>General</c:formatCode>
                <c:ptCount val="74"/>
                <c:pt idx="58" formatCode="0.00">
                  <c:v>2.1676767676768804</c:v>
                </c:pt>
                <c:pt idx="59" formatCode="0.00">
                  <c:v>-0.86440745019163501</c:v>
                </c:pt>
                <c:pt idx="60" formatCode="0.00">
                  <c:v>-0.88250040855776968</c:v>
                </c:pt>
                <c:pt idx="61" formatCode="0.00">
                  <c:v>-0.90078095871264674</c:v>
                </c:pt>
                <c:pt idx="62" formatCode="0.00">
                  <c:v>-0.91924760805486017</c:v>
                </c:pt>
                <c:pt idx="63" formatCode="0.00">
                  <c:v>-0.93789887771444169</c:v>
                </c:pt>
                <c:pt idx="64" formatCode="0.00">
                  <c:v>-0.95673330288517056</c:v>
                </c:pt>
                <c:pt idx="65" formatCode="0.00">
                  <c:v>-0.97574943312224161</c:v>
                </c:pt>
                <c:pt idx="66" formatCode="0.00">
                  <c:v>-0.9949458326070304</c:v>
                </c:pt>
                <c:pt idx="67" formatCode="0.00">
                  <c:v>-1.0143210803806757</c:v>
                </c:pt>
                <c:pt idx="68" formatCode="0.00">
                  <c:v>-1.0338737705481065</c:v>
                </c:pt>
                <c:pt idx="69" formatCode="0.00">
                  <c:v>-1.0536025124541299</c:v>
                </c:pt>
                <c:pt idx="70" formatCode="0.00">
                  <c:v>-1.0735059308331074</c:v>
                </c:pt>
                <c:pt idx="71" formatCode="0.00">
                  <c:v>-1.0935826659337127</c:v>
                </c:pt>
                <c:pt idx="72" formatCode="0.00">
                  <c:v>-1.1138313736202008</c:v>
                </c:pt>
                <c:pt idx="73" formatCode="0.00">
                  <c:v>-1.134250725451571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57C-4718-B4D2-0F3B5AE31173}"/>
            </c:ext>
          </c:extLst>
        </c:ser>
        <c:ser>
          <c:idx val="3"/>
          <c:order val="3"/>
          <c:tx>
            <c:strRef>
              <c:f>'Casual riderforecast'!$E$1</c:f>
              <c:strCache>
                <c:ptCount val="1"/>
                <c:pt idx="0">
                  <c:v>Upper Confidence Bound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'Casual riderforecast'!$A$2:$A$75</c:f>
              <c:numCache>
                <c:formatCode>d\-mmm\-yy</c:formatCode>
                <c:ptCount val="74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  <c:pt idx="59">
                  <c:v>40603</c:v>
                </c:pt>
                <c:pt idx="60">
                  <c:v>40604</c:v>
                </c:pt>
                <c:pt idx="61">
                  <c:v>40605</c:v>
                </c:pt>
                <c:pt idx="62">
                  <c:v>40606</c:v>
                </c:pt>
                <c:pt idx="63">
                  <c:v>40607</c:v>
                </c:pt>
                <c:pt idx="64">
                  <c:v>40608</c:v>
                </c:pt>
                <c:pt idx="65">
                  <c:v>40609</c:v>
                </c:pt>
                <c:pt idx="66">
                  <c:v>40610</c:v>
                </c:pt>
                <c:pt idx="67">
                  <c:v>40611</c:v>
                </c:pt>
                <c:pt idx="68">
                  <c:v>40612</c:v>
                </c:pt>
                <c:pt idx="69">
                  <c:v>40613</c:v>
                </c:pt>
                <c:pt idx="70">
                  <c:v>40614</c:v>
                </c:pt>
                <c:pt idx="71">
                  <c:v>40615</c:v>
                </c:pt>
                <c:pt idx="72">
                  <c:v>40616</c:v>
                </c:pt>
                <c:pt idx="73">
                  <c:v>40617</c:v>
                </c:pt>
              </c:numCache>
            </c:numRef>
          </c:cat>
          <c:val>
            <c:numRef>
              <c:f>'Casual riderforecast'!$E$2:$E$75</c:f>
              <c:numCache>
                <c:formatCode>General</c:formatCode>
                <c:ptCount val="74"/>
                <c:pt idx="58" formatCode="0.00">
                  <c:v>2.1676767676768804</c:v>
                </c:pt>
                <c:pt idx="59" formatCode="0.00">
                  <c:v>5.1883648268756355</c:v>
                </c:pt>
                <c:pt idx="60" formatCode="0.00">
                  <c:v>5.2188891974730875</c:v>
                </c:pt>
                <c:pt idx="61" formatCode="0.00">
                  <c:v>5.2496011598592816</c:v>
                </c:pt>
                <c:pt idx="62" formatCode="0.00">
                  <c:v>5.2804992214328115</c:v>
                </c:pt>
                <c:pt idx="63" formatCode="0.00">
                  <c:v>5.3115819033237095</c:v>
                </c:pt>
                <c:pt idx="64" formatCode="0.00">
                  <c:v>5.3428477407257553</c:v>
                </c:pt>
                <c:pt idx="65" formatCode="0.00">
                  <c:v>5.3742952831941437</c:v>
                </c:pt>
                <c:pt idx="66" formatCode="0.00">
                  <c:v>5.4059230949102499</c:v>
                </c:pt>
                <c:pt idx="67" formatCode="0.00">
                  <c:v>5.4377297549152122</c:v>
                </c:pt>
                <c:pt idx="68" formatCode="0.00">
                  <c:v>5.469713857313959</c:v>
                </c:pt>
                <c:pt idx="69" formatCode="0.00">
                  <c:v>5.5018740114512994</c:v>
                </c:pt>
                <c:pt idx="70" formatCode="0.00">
                  <c:v>5.5342088420615942</c:v>
                </c:pt>
                <c:pt idx="71" formatCode="0.00">
                  <c:v>5.566716989393516</c:v>
                </c:pt>
                <c:pt idx="72" formatCode="0.00">
                  <c:v>5.5993971093113215</c:v>
                </c:pt>
                <c:pt idx="73" formatCode="0.00">
                  <c:v>5.6322478733740091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57C-4718-B4D2-0F3B5AE311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6269119"/>
        <c:axId val="485175215"/>
      </c:lineChart>
      <c:catAx>
        <c:axId val="1036269119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5175215"/>
        <c:crosses val="autoZero"/>
        <c:auto val="1"/>
        <c:lblAlgn val="ctr"/>
        <c:lblOffset val="100"/>
        <c:noMultiLvlLbl val="0"/>
      </c:catAx>
      <c:valAx>
        <c:axId val="485175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6269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2214191691927921E-2"/>
          <c:y val="0.87913990113946006"/>
          <c:w val="0.96115030703695448"/>
          <c:h val="0.120860045306072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rgbClr val="92D050"/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accent1">
          <a:shade val="15000"/>
          <a:alpha val="8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sng" strike="noStrike" kern="1200" spc="0" baseline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pPr>
            <a:r>
              <a:rPr lang="en-US" b="1" u="sng">
                <a:solidFill>
                  <a:srgbClr val="C00000"/>
                </a:solidFill>
              </a:rPr>
              <a:t>Registered Riders Forecast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sng" strike="noStrike" kern="1200" spc="0" baseline="0">
              <a:solidFill>
                <a:srgbClr val="C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'Registered forecast'!$B$1</c:f>
              <c:strCache>
                <c:ptCount val="1"/>
                <c:pt idx="0">
                  <c:v>Registered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'Registered forecast'!$B$2:$B$60</c:f>
              <c:numCache>
                <c:formatCode>General</c:formatCode>
                <c:ptCount val="59"/>
                <c:pt idx="0">
                  <c:v>13</c:v>
                </c:pt>
                <c:pt idx="1">
                  <c:v>13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11</c:v>
                </c:pt>
                <c:pt idx="6">
                  <c:v>13</c:v>
                </c:pt>
                <c:pt idx="7">
                  <c:v>24</c:v>
                </c:pt>
                <c:pt idx="8">
                  <c:v>24</c:v>
                </c:pt>
                <c:pt idx="9">
                  <c:v>3</c:v>
                </c:pt>
                <c:pt idx="10">
                  <c:v>10</c:v>
                </c:pt>
                <c:pt idx="11">
                  <c:v>7</c:v>
                </c:pt>
                <c:pt idx="12">
                  <c:v>6</c:v>
                </c:pt>
                <c:pt idx="13">
                  <c:v>14</c:v>
                </c:pt>
                <c:pt idx="14">
                  <c:v>25</c:v>
                </c:pt>
                <c:pt idx="15">
                  <c:v>33</c:v>
                </c:pt>
                <c:pt idx="16">
                  <c:v>16</c:v>
                </c:pt>
                <c:pt idx="17">
                  <c:v>3</c:v>
                </c:pt>
                <c:pt idx="18">
                  <c:v>3</c:v>
                </c:pt>
                <c:pt idx="19">
                  <c:v>8</c:v>
                </c:pt>
                <c:pt idx="20">
                  <c:v>20</c:v>
                </c:pt>
                <c:pt idx="21">
                  <c:v>13</c:v>
                </c:pt>
                <c:pt idx="22">
                  <c:v>20</c:v>
                </c:pt>
                <c:pt idx="23">
                  <c:v>7</c:v>
                </c:pt>
                <c:pt idx="24">
                  <c:v>6</c:v>
                </c:pt>
                <c:pt idx="25">
                  <c:v>14</c:v>
                </c:pt>
                <c:pt idx="26">
                  <c:v>23</c:v>
                </c:pt>
                <c:pt idx="27">
                  <c:v>9</c:v>
                </c:pt>
                <c:pt idx="28">
                  <c:v>20</c:v>
                </c:pt>
                <c:pt idx="29">
                  <c:v>33</c:v>
                </c:pt>
                <c:pt idx="30">
                  <c:v>6</c:v>
                </c:pt>
                <c:pt idx="31">
                  <c:v>6</c:v>
                </c:pt>
                <c:pt idx="32">
                  <c:v>2</c:v>
                </c:pt>
                <c:pt idx="33">
                  <c:v>11</c:v>
                </c:pt>
                <c:pt idx="34">
                  <c:v>10</c:v>
                </c:pt>
                <c:pt idx="35">
                  <c:v>36</c:v>
                </c:pt>
                <c:pt idx="36">
                  <c:v>37</c:v>
                </c:pt>
                <c:pt idx="37">
                  <c:v>14</c:v>
                </c:pt>
                <c:pt idx="38">
                  <c:v>6</c:v>
                </c:pt>
                <c:pt idx="39">
                  <c:v>17</c:v>
                </c:pt>
                <c:pt idx="40">
                  <c:v>16</c:v>
                </c:pt>
                <c:pt idx="41">
                  <c:v>12</c:v>
                </c:pt>
                <c:pt idx="42">
                  <c:v>27</c:v>
                </c:pt>
                <c:pt idx="43">
                  <c:v>34</c:v>
                </c:pt>
                <c:pt idx="4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D-4152-BE7E-B4837E50F110}"/>
            </c:ext>
          </c:extLst>
        </c:ser>
        <c:ser>
          <c:idx val="1"/>
          <c:order val="1"/>
          <c:tx>
            <c:strRef>
              <c:f>'Registered forecast'!$C$1</c:f>
              <c:strCache>
                <c:ptCount val="1"/>
                <c:pt idx="0">
                  <c:v>Forecast(Registered )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34925" cap="rnd">
                <a:solidFill>
                  <a:schemeClr val="accent2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cat>
            <c:numRef>
              <c:f>'Registered forecast'!$A$2:$A$60</c:f>
              <c:numCache>
                <c:formatCode>d\-mmm\-yy</c:formatCode>
                <c:ptCount val="59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</c:numCache>
            </c:numRef>
          </c:cat>
          <c:val>
            <c:numRef>
              <c:f>'Registered forecast'!$C$2:$C$60</c:f>
              <c:numCache>
                <c:formatCode>General</c:formatCode>
                <c:ptCount val="59"/>
                <c:pt idx="44">
                  <c:v>8</c:v>
                </c:pt>
                <c:pt idx="45">
                  <c:v>12.012396504895804</c:v>
                </c:pt>
                <c:pt idx="46">
                  <c:v>11.198600753958583</c:v>
                </c:pt>
                <c:pt idx="47">
                  <c:v>14.300460387633905</c:v>
                </c:pt>
                <c:pt idx="48">
                  <c:v>21.875344435374146</c:v>
                </c:pt>
                <c:pt idx="49">
                  <c:v>27.058490646153544</c:v>
                </c:pt>
                <c:pt idx="50">
                  <c:v>31.869634578105423</c:v>
                </c:pt>
                <c:pt idx="51">
                  <c:v>15.207437759768426</c:v>
                </c:pt>
                <c:pt idx="52">
                  <c:v>13.519545329338637</c:v>
                </c:pt>
                <c:pt idx="53">
                  <c:v>12.705749578401416</c:v>
                </c:pt>
                <c:pt idx="54">
                  <c:v>15.807609212076741</c:v>
                </c:pt>
                <c:pt idx="55">
                  <c:v>23.382493259816982</c:v>
                </c:pt>
                <c:pt idx="56">
                  <c:v>28.565639470596373</c:v>
                </c:pt>
                <c:pt idx="57">
                  <c:v>33.376783402548256</c:v>
                </c:pt>
                <c:pt idx="58">
                  <c:v>16.714586584211261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D-4152-BE7E-B4837E50F110}"/>
            </c:ext>
          </c:extLst>
        </c:ser>
        <c:ser>
          <c:idx val="2"/>
          <c:order val="2"/>
          <c:tx>
            <c:strRef>
              <c:f>'Registered forecast'!$D$1</c:f>
              <c:strCache>
                <c:ptCount val="1"/>
                <c:pt idx="0">
                  <c:v>Lower Confidence Bound(Registered )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'Registered forecast'!$A$2:$A$60</c:f>
              <c:numCache>
                <c:formatCode>d\-mmm\-yy</c:formatCode>
                <c:ptCount val="59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</c:numCache>
            </c:numRef>
          </c:cat>
          <c:val>
            <c:numRef>
              <c:f>'Registered forecast'!$D$2:$D$60</c:f>
              <c:numCache>
                <c:formatCode>General</c:formatCode>
                <c:ptCount val="59"/>
                <c:pt idx="44" formatCode="0.00">
                  <c:v>8</c:v>
                </c:pt>
                <c:pt idx="45" formatCode="0.00">
                  <c:v>0.19943266376622226</c:v>
                </c:pt>
                <c:pt idx="46" formatCode="0.00">
                  <c:v>-0.70924766613907053</c:v>
                </c:pt>
                <c:pt idx="47" formatCode="0.00">
                  <c:v>2.2969951571489649</c:v>
                </c:pt>
                <c:pt idx="48" formatCode="0.00">
                  <c:v>9.7755359891887057</c:v>
                </c:pt>
                <c:pt idx="49" formatCode="0.00">
                  <c:v>14.861618351462148</c:v>
                </c:pt>
                <c:pt idx="50" formatCode="0.00">
                  <c:v>19.574983519715019</c:v>
                </c:pt>
                <c:pt idx="51" formatCode="0.00">
                  <c:v>2.8142986840411091</c:v>
                </c:pt>
                <c:pt idx="52" formatCode="0.00">
                  <c:v>1.0257234086417899</c:v>
                </c:pt>
                <c:pt idx="53" formatCode="0.00">
                  <c:v>0.11204971609523362</c:v>
                </c:pt>
                <c:pt idx="54" formatCode="0.00">
                  <c:v>3.1133386870534938</c:v>
                </c:pt>
                <c:pt idx="55" formatCode="0.00">
                  <c:v>10.58696477912561</c:v>
                </c:pt>
                <c:pt idx="56" formatCode="0.00">
                  <c:v>15.66817110943299</c:v>
                </c:pt>
                <c:pt idx="57" formatCode="0.00">
                  <c:v>20.376698543756653</c:v>
                </c:pt>
                <c:pt idx="58" formatCode="0.00">
                  <c:v>3.6112138573851613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BCD-4152-BE7E-B4837E50F110}"/>
            </c:ext>
          </c:extLst>
        </c:ser>
        <c:ser>
          <c:idx val="3"/>
          <c:order val="3"/>
          <c:tx>
            <c:strRef>
              <c:f>'Registered forecast'!$E$1</c:f>
              <c:strCache>
                <c:ptCount val="1"/>
                <c:pt idx="0">
                  <c:v>Upper Confidence Bound(Registered )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'Registered forecast'!$A$2:$A$60</c:f>
              <c:numCache>
                <c:formatCode>d\-mmm\-yy</c:formatCode>
                <c:ptCount val="59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</c:numCache>
            </c:numRef>
          </c:cat>
          <c:val>
            <c:numRef>
              <c:f>'Registered forecast'!$E$2:$E$60</c:f>
              <c:numCache>
                <c:formatCode>General</c:formatCode>
                <c:ptCount val="59"/>
                <c:pt idx="44" formatCode="0.00">
                  <c:v>8</c:v>
                </c:pt>
                <c:pt idx="45" formatCode="0.00">
                  <c:v>23.825360346025384</c:v>
                </c:pt>
                <c:pt idx="46" formatCode="0.00">
                  <c:v>23.106449174056237</c:v>
                </c:pt>
                <c:pt idx="47" formatCode="0.00">
                  <c:v>26.303925618118846</c:v>
                </c:pt>
                <c:pt idx="48" formatCode="0.00">
                  <c:v>33.975152881559588</c:v>
                </c:pt>
                <c:pt idx="49" formatCode="0.00">
                  <c:v>39.25536294084494</c:v>
                </c:pt>
                <c:pt idx="50" formatCode="0.00">
                  <c:v>44.164285636495826</c:v>
                </c:pt>
                <c:pt idx="51" formatCode="0.00">
                  <c:v>27.600576835495744</c:v>
                </c:pt>
                <c:pt idx="52" formatCode="0.00">
                  <c:v>26.013367250035486</c:v>
                </c:pt>
                <c:pt idx="53" formatCode="0.00">
                  <c:v>25.299449440707598</c:v>
                </c:pt>
                <c:pt idx="54" formatCode="0.00">
                  <c:v>28.501879737099991</c:v>
                </c:pt>
                <c:pt idx="55" formatCode="0.00">
                  <c:v>36.178021740508356</c:v>
                </c:pt>
                <c:pt idx="56" formatCode="0.00">
                  <c:v>41.463107831759757</c:v>
                </c:pt>
                <c:pt idx="57" formatCode="0.00">
                  <c:v>46.376868261339858</c:v>
                </c:pt>
                <c:pt idx="58" formatCode="0.00">
                  <c:v>29.817959311037363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BCD-4152-BE7E-B4837E50F1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6391615"/>
        <c:axId val="1140895983"/>
      </c:lineChart>
      <c:catAx>
        <c:axId val="1036391615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895983"/>
        <c:crosses val="autoZero"/>
        <c:auto val="1"/>
        <c:lblAlgn val="ctr"/>
        <c:lblOffset val="100"/>
        <c:noMultiLvlLbl val="0"/>
      </c:catAx>
      <c:valAx>
        <c:axId val="114089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6391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6913530980034241E-2"/>
          <c:y val="0.67444829236200066"/>
          <c:w val="0.88804635377454266"/>
          <c:h val="0.303573679320953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22000">
          <a:srgbClr val="FFC000"/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911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28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996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98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endParaRPr lang="en-IN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90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725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087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421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" b="23"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671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27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484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497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724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649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309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30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402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437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74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0459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05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5031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476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2207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766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126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710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4849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6654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endParaRPr lang="en-I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212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3190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endParaRPr lang="en-IN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684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5927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endParaRPr lang="en-IN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36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3920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7209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52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874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015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621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673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72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317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22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713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6856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727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6862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1871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488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2585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480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09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776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3DBDE6AD-F79E-4F6D-A534-1E5CEAE123E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13D93BF-381B-46C1-89C5-F95A3DF4C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89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48" r:id="rId31"/>
    <p:sldLayoutId id="2147483749" r:id="rId32"/>
    <p:sldLayoutId id="2147483750" r:id="rId33"/>
    <p:sldLayoutId id="2147483751" r:id="rId34"/>
    <p:sldLayoutId id="2147483752" r:id="rId35"/>
    <p:sldLayoutId id="2147483753" r:id="rId36"/>
    <p:sldLayoutId id="2147483754" r:id="rId37"/>
    <p:sldLayoutId id="2147483755" r:id="rId38"/>
    <p:sldLayoutId id="2147483756" r:id="rId39"/>
    <p:sldLayoutId id="2147483757" r:id="rId40"/>
    <p:sldLayoutId id="2147483758" r:id="rId41"/>
    <p:sldLayoutId id="2147483759" r:id="rId42"/>
    <p:sldLayoutId id="2147483760" r:id="rId43"/>
    <p:sldLayoutId id="2147483761" r:id="rId44"/>
    <p:sldLayoutId id="2147483762" r:id="rId45"/>
    <p:sldLayoutId id="2147483763" r:id="rId46"/>
    <p:sldLayoutId id="2147483764" r:id="rId47"/>
    <p:sldLayoutId id="2147483765" r:id="rId48"/>
    <p:sldLayoutId id="2147483766" r:id="rId49"/>
    <p:sldLayoutId id="2147483767" r:id="rId50"/>
    <p:sldLayoutId id="2147483768" r:id="rId51"/>
    <p:sldLayoutId id="2147483769" r:id="rId52"/>
    <p:sldLayoutId id="2147483770" r:id="rId53"/>
    <p:sldLayoutId id="2147483771" r:id="rId5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>
          <p15:clr>
            <a:srgbClr val="F26B43"/>
          </p15:clr>
        </p15:guide>
        <p15:guide id="24" pos="3840">
          <p15:clr>
            <a:srgbClr val="F26B43"/>
          </p15:clr>
        </p15:guide>
        <p15:guide id="31" orient="horz" pos="48">
          <p15:clr>
            <a:srgbClr val="F26B43"/>
          </p15:clr>
        </p15:guide>
        <p15:guide id="32" orient="horz" pos="4272">
          <p15:clr>
            <a:srgbClr val="F26B43"/>
          </p15:clr>
        </p15:guide>
        <p15:guide id="33" pos="48">
          <p15:clr>
            <a:srgbClr val="F26B43"/>
          </p15:clr>
        </p15:guide>
        <p15:guide id="34" pos="7632">
          <p15:clr>
            <a:srgbClr val="F26B43"/>
          </p15:clr>
        </p15:guide>
        <p15:guide id="35" orient="horz" pos="288">
          <p15:clr>
            <a:srgbClr val="F26B43"/>
          </p15:clr>
        </p15:guide>
        <p15:guide id="36" orient="horz" pos="4032">
          <p15:clr>
            <a:srgbClr val="F26B43"/>
          </p15:clr>
        </p15:guide>
        <p15:guide id="37" pos="7392">
          <p15:clr>
            <a:srgbClr val="F26B43"/>
          </p15:clr>
        </p15:guide>
        <p15:guide id="38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E580-7691-00BB-FCE1-B2EF597BD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678" y="188299"/>
            <a:ext cx="9144000" cy="598282"/>
          </a:xfrm>
        </p:spPr>
        <p:txBody>
          <a:bodyPr>
            <a:noAutofit/>
          </a:bodyPr>
          <a:lstStyle/>
          <a:p>
            <a:r>
              <a:rPr lang="en-IN" sz="3500" b="1" dirty="0"/>
              <a:t>Bike-Sharing Rider Demand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65474-50D7-15F2-FEF9-A773192A9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714" y="1118583"/>
            <a:ext cx="9242322" cy="4068097"/>
          </a:xfrm>
        </p:spPr>
        <p:txBody>
          <a:bodyPr/>
          <a:lstStyle/>
          <a:p>
            <a:pPr marL="342900" lvl="0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b="1" dirty="0"/>
              <a:t>Analyse overall rider demand.</a:t>
            </a:r>
          </a:p>
          <a:p>
            <a:pPr marL="342900" lvl="0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b="1" dirty="0"/>
              <a:t>Identify peak riding hours and high-demand periods.</a:t>
            </a:r>
          </a:p>
          <a:p>
            <a:pPr marL="342900" lvl="0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b="1" dirty="0"/>
              <a:t>Compare registered vs casual riders.</a:t>
            </a:r>
          </a:p>
          <a:p>
            <a:pPr marL="342900" lvl="0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b="1" dirty="0"/>
              <a:t>Understand the impact of weather on rider demand.</a:t>
            </a:r>
          </a:p>
          <a:p>
            <a:pPr marL="342900" lvl="0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b="1" dirty="0"/>
              <a:t>Compare weekday and weekend usage.</a:t>
            </a:r>
          </a:p>
          <a:p>
            <a:pPr marL="342900" lvl="0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b="1" dirty="0"/>
              <a:t>Identify unusual demand patterns using outlier analysis.</a:t>
            </a:r>
          </a:p>
          <a:p>
            <a:pPr marL="342900" lvl="0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400" b="1" dirty="0"/>
              <a:t>Provide recommendations for better operational planning.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ABAB8-6A7B-C2EA-5291-12C74E36A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674" y="882200"/>
            <a:ext cx="2828939" cy="25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3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EBF2-8377-84A2-3950-55D78CBD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r>
              <a:rPr lang="en-US" sz="3500" b="1" dirty="0"/>
              <a:t>Data Set Overview</a:t>
            </a:r>
            <a:endParaRPr lang="en-IN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02248-542F-3382-EE20-4CA89534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2"/>
            <a:ext cx="10515600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Date &amp; Time: </a:t>
            </a:r>
            <a:r>
              <a:rPr lang="en-IN" sz="2400" dirty="0"/>
              <a:t>Date, Month, Hour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Calendar: </a:t>
            </a:r>
            <a:r>
              <a:rPr lang="en-IN" sz="2400" dirty="0"/>
              <a:t>Season, Weekday, Week type, Day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Weather: </a:t>
            </a:r>
            <a:r>
              <a:rPr lang="en-IN" sz="2400" dirty="0"/>
              <a:t>Weather Type, Temperature, Humidity, Windspeed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Rider Information: </a:t>
            </a:r>
            <a:r>
              <a:rPr lang="en-IN" sz="2400" dirty="0"/>
              <a:t>Casual, Registered, Total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99F89E-CFBC-B2B0-F240-727297A4B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315899"/>
              </p:ext>
            </p:extLst>
          </p:nvPr>
        </p:nvGraphicFramePr>
        <p:xfrm>
          <a:off x="1297243" y="3429000"/>
          <a:ext cx="5555840" cy="1799304"/>
        </p:xfrm>
        <a:graphic>
          <a:graphicData uri="http://schemas.openxmlformats.org/drawingml/2006/table">
            <a:tbl>
              <a:tblPr/>
              <a:tblGrid>
                <a:gridCol w="1325604">
                  <a:extLst>
                    <a:ext uri="{9D8B030D-6E8A-4147-A177-3AD203B41FA5}">
                      <a16:colId xmlns:a16="http://schemas.microsoft.com/office/drawing/2014/main" val="1353356563"/>
                    </a:ext>
                  </a:extLst>
                </a:gridCol>
                <a:gridCol w="1325604">
                  <a:extLst>
                    <a:ext uri="{9D8B030D-6E8A-4147-A177-3AD203B41FA5}">
                      <a16:colId xmlns:a16="http://schemas.microsoft.com/office/drawing/2014/main" val="2000272678"/>
                    </a:ext>
                  </a:extLst>
                </a:gridCol>
                <a:gridCol w="1676499">
                  <a:extLst>
                    <a:ext uri="{9D8B030D-6E8A-4147-A177-3AD203B41FA5}">
                      <a16:colId xmlns:a16="http://schemas.microsoft.com/office/drawing/2014/main" val="720867931"/>
                    </a:ext>
                  </a:extLst>
                </a:gridCol>
                <a:gridCol w="1228133">
                  <a:extLst>
                    <a:ext uri="{9D8B030D-6E8A-4147-A177-3AD203B41FA5}">
                      <a16:colId xmlns:a16="http://schemas.microsoft.com/office/drawing/2014/main" val="3342821754"/>
                    </a:ext>
                  </a:extLst>
                </a:gridCol>
              </a:tblGrid>
              <a:tr h="4498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casual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registered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731570"/>
                  </a:ext>
                </a:extLst>
              </a:tr>
              <a:tr h="4498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340954"/>
                  </a:ext>
                </a:extLst>
              </a:tr>
              <a:tr h="4498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409118"/>
                  </a:ext>
                </a:extLst>
              </a:tr>
              <a:tr h="4498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196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96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E24D-3490-D3B9-6E9A-0A0A7275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2315"/>
          </a:xfrm>
        </p:spPr>
        <p:txBody>
          <a:bodyPr/>
          <a:lstStyle/>
          <a:p>
            <a:r>
              <a:rPr lang="en-US" sz="3500" b="1" dirty="0" err="1"/>
              <a:t>Methodlogy</a:t>
            </a:r>
            <a:endParaRPr lang="en-IN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405D3-AC25-7365-1810-B01B51215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43260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Merged data set1 and data set2.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Append merged data set with data set3.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Remove duplicates, cleaned the data &amp; created final file 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Using IFS formula converted the columns into meaning format.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 Eg </a:t>
            </a:r>
            <a:r>
              <a:rPr lang="en-US" sz="1800" dirty="0"/>
              <a:t>= IF(AND(K2&gt;=1,K2&lt;=5),"</a:t>
            </a:r>
            <a:r>
              <a:rPr lang="en-US" sz="1800" dirty="0" err="1"/>
              <a:t>Weekday","Weekend</a:t>
            </a:r>
            <a:r>
              <a:rPr lang="en-US" sz="1800" dirty="0"/>
              <a:t>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/>
              <a:t>                 =IFS(M2=1,"Sunny Day",M2=2,"Cloudy Day",M2=3,"Rainy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/>
              <a:t>                    Day",M2=4,"Heavy Rain")</a:t>
            </a:r>
          </a:p>
          <a:p>
            <a:pPr marL="342900" indent="-342900">
              <a:lnSpc>
                <a:spcPct val="110000"/>
              </a:lnSpc>
            </a:pPr>
            <a:r>
              <a:rPr lang="en-US" sz="2400" dirty="0"/>
              <a:t>Done the conditional formatting for various columns.</a:t>
            </a:r>
          </a:p>
          <a:p>
            <a:pPr marL="342900" indent="-342900">
              <a:lnSpc>
                <a:spcPct val="110000"/>
              </a:lnSpc>
            </a:pPr>
            <a:endParaRPr lang="en-US" sz="2400" dirty="0"/>
          </a:p>
          <a:p>
            <a:pPr marL="342900" indent="-342900">
              <a:lnSpc>
                <a:spcPct val="110000"/>
              </a:lnSpc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FA144-6686-13B3-B211-88B1DAD7C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701" y="5158001"/>
            <a:ext cx="7272523" cy="141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2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1410-1A3D-106A-859D-66437E82B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768"/>
            <a:ext cx="11277599" cy="512762"/>
          </a:xfrm>
        </p:spPr>
        <p:txBody>
          <a:bodyPr>
            <a:normAutofit fontScale="90000"/>
          </a:bodyPr>
          <a:lstStyle/>
          <a:p>
            <a:r>
              <a:rPr lang="en-US" sz="3920" b="1" dirty="0"/>
              <a:t>Dashboard Creation</a:t>
            </a:r>
            <a:endParaRPr lang="en-IN" sz="392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7CD598-AFDE-43F9-9060-D27C36D7A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4592302"/>
              </p:ext>
            </p:extLst>
          </p:nvPr>
        </p:nvGraphicFramePr>
        <p:xfrm>
          <a:off x="5255341" y="2763218"/>
          <a:ext cx="3765755" cy="1828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DBCFB92-F110-4B01-A6A5-A4671F866D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4901042"/>
              </p:ext>
            </p:extLst>
          </p:nvPr>
        </p:nvGraphicFramePr>
        <p:xfrm>
          <a:off x="5255341" y="1170933"/>
          <a:ext cx="3765755" cy="1385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48618EC-71B5-4E18-9D14-AA94E0C881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0228108"/>
              </p:ext>
            </p:extLst>
          </p:nvPr>
        </p:nvGraphicFramePr>
        <p:xfrm>
          <a:off x="5255341" y="4722916"/>
          <a:ext cx="3765755" cy="1707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FD9768-75E6-9F04-D2DA-B199702E8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688474"/>
              </p:ext>
            </p:extLst>
          </p:nvPr>
        </p:nvGraphicFramePr>
        <p:xfrm>
          <a:off x="457199" y="1312554"/>
          <a:ext cx="3908323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512">
                  <a:extLst>
                    <a:ext uri="{9D8B030D-6E8A-4147-A177-3AD203B41FA5}">
                      <a16:colId xmlns:a16="http://schemas.microsoft.com/office/drawing/2014/main" val="1858029290"/>
                    </a:ext>
                  </a:extLst>
                </a:gridCol>
                <a:gridCol w="932512">
                  <a:extLst>
                    <a:ext uri="{9D8B030D-6E8A-4147-A177-3AD203B41FA5}">
                      <a16:colId xmlns:a16="http://schemas.microsoft.com/office/drawing/2014/main" val="947934039"/>
                    </a:ext>
                  </a:extLst>
                </a:gridCol>
                <a:gridCol w="1179354">
                  <a:extLst>
                    <a:ext uri="{9D8B030D-6E8A-4147-A177-3AD203B41FA5}">
                      <a16:colId xmlns:a16="http://schemas.microsoft.com/office/drawing/2014/main" val="2878084768"/>
                    </a:ext>
                  </a:extLst>
                </a:gridCol>
                <a:gridCol w="863945">
                  <a:extLst>
                    <a:ext uri="{9D8B030D-6E8A-4147-A177-3AD203B41FA5}">
                      <a16:colId xmlns:a16="http://schemas.microsoft.com/office/drawing/2014/main" val="2623721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casual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registered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9304239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Jan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1139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1320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Feb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0300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1743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1866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826774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F142C8E-3402-E9A5-4A1F-C0B87959E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607141"/>
              </p:ext>
            </p:extLst>
          </p:nvPr>
        </p:nvGraphicFramePr>
        <p:xfrm>
          <a:off x="457200" y="2763218"/>
          <a:ext cx="3908322" cy="1185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512">
                  <a:extLst>
                    <a:ext uri="{9D8B030D-6E8A-4147-A177-3AD203B41FA5}">
                      <a16:colId xmlns:a16="http://schemas.microsoft.com/office/drawing/2014/main" val="3536378266"/>
                    </a:ext>
                  </a:extLst>
                </a:gridCol>
                <a:gridCol w="932512">
                  <a:extLst>
                    <a:ext uri="{9D8B030D-6E8A-4147-A177-3AD203B41FA5}">
                      <a16:colId xmlns:a16="http://schemas.microsoft.com/office/drawing/2014/main" val="2931276722"/>
                    </a:ext>
                  </a:extLst>
                </a:gridCol>
                <a:gridCol w="1179353">
                  <a:extLst>
                    <a:ext uri="{9D8B030D-6E8A-4147-A177-3AD203B41FA5}">
                      <a16:colId xmlns:a16="http://schemas.microsoft.com/office/drawing/2014/main" val="1065726161"/>
                    </a:ext>
                  </a:extLst>
                </a:gridCol>
                <a:gridCol w="863945">
                  <a:extLst>
                    <a:ext uri="{9D8B030D-6E8A-4147-A177-3AD203B41FA5}">
                      <a16:colId xmlns:a16="http://schemas.microsoft.com/office/drawing/2014/main" val="2227709105"/>
                    </a:ext>
                  </a:extLst>
                </a:gridCol>
              </a:tblGrid>
              <a:tr h="197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casual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registered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4474475"/>
                  </a:ext>
                </a:extLst>
              </a:tr>
              <a:tr h="197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Cloudy 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1256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39969564"/>
                  </a:ext>
                </a:extLst>
              </a:tr>
              <a:tr h="197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Heavy Rain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733129"/>
                  </a:ext>
                </a:extLst>
              </a:tr>
              <a:tr h="197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Rainy 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9212211"/>
                  </a:ext>
                </a:extLst>
              </a:tr>
              <a:tr h="197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Sunny 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9843580"/>
                  </a:ext>
                </a:extLst>
              </a:tr>
              <a:tr h="197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2918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3122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22258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7D7B775-D921-A5E2-D5B9-6D309F5CD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33073"/>
              </p:ext>
            </p:extLst>
          </p:nvPr>
        </p:nvGraphicFramePr>
        <p:xfrm>
          <a:off x="457200" y="4746013"/>
          <a:ext cx="3908322" cy="9306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8746">
                  <a:extLst>
                    <a:ext uri="{9D8B030D-6E8A-4147-A177-3AD203B41FA5}">
                      <a16:colId xmlns:a16="http://schemas.microsoft.com/office/drawing/2014/main" val="2068986545"/>
                    </a:ext>
                  </a:extLst>
                </a:gridCol>
                <a:gridCol w="1879576">
                  <a:extLst>
                    <a:ext uri="{9D8B030D-6E8A-4147-A177-3AD203B41FA5}">
                      <a16:colId xmlns:a16="http://schemas.microsoft.com/office/drawing/2014/main" val="1227062747"/>
                    </a:ext>
                  </a:extLst>
                </a:gridCol>
              </a:tblGrid>
              <a:tr h="232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Sum of Total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6615369"/>
                  </a:ext>
                </a:extLst>
              </a:tr>
              <a:tr h="232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Holiday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5219795"/>
                  </a:ext>
                </a:extLst>
              </a:tr>
              <a:tr h="232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Workday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898383"/>
                  </a:ext>
                </a:extLst>
              </a:tr>
              <a:tr h="232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3122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9133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17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681B-F9CD-260D-3065-5A340D7C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30" y="274045"/>
            <a:ext cx="10515600" cy="627933"/>
          </a:xfrm>
        </p:spPr>
        <p:txBody>
          <a:bodyPr>
            <a:normAutofit fontScale="90000"/>
          </a:bodyPr>
          <a:lstStyle/>
          <a:p>
            <a:r>
              <a:rPr lang="en-US" sz="3900" b="1" dirty="0"/>
              <a:t>Anomaly Detection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B4D26-CA52-864E-0458-CA1A72379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330" y="1324179"/>
            <a:ext cx="10515600" cy="5168695"/>
          </a:xfrm>
        </p:spPr>
        <p:txBody>
          <a:bodyPr/>
          <a:lstStyle/>
          <a:p>
            <a:pPr marL="342900" indent="-342900">
              <a:lnSpc>
                <a:spcPct val="110000"/>
              </a:lnSpc>
            </a:pPr>
            <a:r>
              <a:rPr lang="en-IN" sz="2400" dirty="0"/>
              <a:t>Used the IQR method: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400" dirty="0"/>
              <a:t>IQR = Q3 − Q1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400" dirty="0"/>
              <a:t>Upper Bound = Q3 + 1.5 × IQR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400" dirty="0"/>
              <a:t>Lower Bound = Q1 − 1.5 × IQR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2400" dirty="0"/>
              <a:t>=OR(T19&gt;$Y$2,T19&lt;$Z$2)</a:t>
            </a:r>
          </a:p>
          <a:p>
            <a:pPr marL="0" indent="0">
              <a:lnSpc>
                <a:spcPct val="110000"/>
              </a:lnSpc>
              <a:buNone/>
            </a:pPr>
            <a:endParaRPr lang="fr-FR" sz="2400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22F613-3DB6-F831-88EA-740C8A393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53" y="1825624"/>
            <a:ext cx="3126663" cy="2110739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1E2FF26-5A26-43C9-9096-862521849D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693923"/>
              </p:ext>
            </p:extLst>
          </p:nvPr>
        </p:nvGraphicFramePr>
        <p:xfrm>
          <a:off x="963070" y="4159248"/>
          <a:ext cx="9695098" cy="2110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8251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6EEC4-EDC8-EDC9-B1AC-4576BFAF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13"/>
            <a:ext cx="10515600" cy="981894"/>
          </a:xfrm>
        </p:spPr>
        <p:txBody>
          <a:bodyPr/>
          <a:lstStyle/>
          <a:p>
            <a:r>
              <a:rPr lang="en-US" dirty="0"/>
              <a:t>Demand Forecasting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C5A1C-EDD3-8CA8-4B02-817F59E91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7"/>
            <a:ext cx="10515600" cy="5270090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Historical demand should be used to forecast future rider requirements.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Demand forecasting for future days with respect to casual and registered riders given below.</a:t>
            </a:r>
          </a:p>
          <a:p>
            <a:pPr marL="342900" indent="-342900">
              <a:lnSpc>
                <a:spcPct val="110000"/>
              </a:lnSpc>
            </a:pPr>
            <a:endParaRPr lang="en-IN" sz="2400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94354FB-D042-457D-A178-25088A69AC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802230"/>
              </p:ext>
            </p:extLst>
          </p:nvPr>
        </p:nvGraphicFramePr>
        <p:xfrm>
          <a:off x="1005349" y="2837732"/>
          <a:ext cx="4777739" cy="312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1D063DE-269F-473D-B8F2-23B684A93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4794396"/>
              </p:ext>
            </p:extLst>
          </p:nvPr>
        </p:nvGraphicFramePr>
        <p:xfrm>
          <a:off x="6236724" y="2837732"/>
          <a:ext cx="4663439" cy="312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4822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F281-EDDC-EB67-EE9D-862F0BF7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10" y="178313"/>
            <a:ext cx="10515600" cy="736088"/>
          </a:xfrm>
        </p:spPr>
        <p:txBody>
          <a:bodyPr>
            <a:normAutofit/>
          </a:bodyPr>
          <a:lstStyle/>
          <a:p>
            <a:r>
              <a:rPr lang="en-US" sz="3500" b="1" dirty="0"/>
              <a:t>Key Findings</a:t>
            </a:r>
            <a:endParaRPr lang="en-IN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5292-CD12-C8B0-0F4C-1EE945332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176696"/>
            <a:ext cx="10515600" cy="4351338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1" dirty="0"/>
              <a:t>Rider Demand Is Strongly Time-Dependent</a:t>
            </a:r>
          </a:p>
          <a:p>
            <a:pPr marL="0" indent="0">
              <a:buNone/>
            </a:pPr>
            <a:r>
              <a:rPr lang="en-IN" sz="1900" dirty="0"/>
              <a:t>     Morning commuting hours can create significant demand pressure.</a:t>
            </a:r>
          </a:p>
          <a:p>
            <a:pPr marL="0" indent="0">
              <a:buNone/>
            </a:pPr>
            <a:r>
              <a:rPr lang="en-IN" sz="1500" dirty="0"/>
              <a:t>      For example, several high-demand observations occur during conventional commuting periods:</a:t>
            </a:r>
          </a:p>
          <a:p>
            <a:pPr marL="0" lvl="0" indent="0">
              <a:buNone/>
            </a:pPr>
            <a:r>
              <a:rPr lang="en-IN" sz="1500" dirty="0"/>
              <a:t>      10-Jan at 08:00: </a:t>
            </a:r>
            <a:r>
              <a:rPr lang="en-IN" sz="1500" b="1" dirty="0"/>
              <a:t>188 riders</a:t>
            </a:r>
            <a:endParaRPr lang="en-IN" sz="1500" dirty="0"/>
          </a:p>
          <a:p>
            <a:pPr marL="0" lvl="0" indent="0">
              <a:buNone/>
            </a:pPr>
            <a:r>
              <a:rPr lang="en-IN" sz="1500" dirty="0"/>
              <a:t>       20-Jan at 09:00: </a:t>
            </a:r>
            <a:r>
              <a:rPr lang="en-IN" sz="1500" b="1" dirty="0"/>
              <a:t>143 riders</a:t>
            </a:r>
            <a:endParaRPr lang="en-IN" sz="1500" dirty="0"/>
          </a:p>
          <a:p>
            <a:pPr marL="0" lvl="0" indent="0">
              <a:buNone/>
            </a:pPr>
            <a:r>
              <a:rPr lang="en-IN" sz="1500" dirty="0"/>
              <a:t>       07-Feb at 08:00: </a:t>
            </a:r>
            <a:r>
              <a:rPr lang="en-IN" sz="1500" b="1" dirty="0"/>
              <a:t>230 riders</a:t>
            </a:r>
          </a:p>
          <a:p>
            <a:pPr marL="0" indent="0">
              <a:buNone/>
            </a:pPr>
            <a:r>
              <a:rPr lang="en-IN" sz="1900" dirty="0"/>
              <a:t>     Evening demand is also visible in the dataset. For example:</a:t>
            </a:r>
          </a:p>
          <a:p>
            <a:pPr marL="0" indent="0">
              <a:buNone/>
            </a:pPr>
            <a:r>
              <a:rPr lang="en-IN" sz="1500" dirty="0"/>
              <a:t>      11-Jan at 18:00: 95 riders</a:t>
            </a:r>
          </a:p>
          <a:p>
            <a:pPr marL="0" indent="0">
              <a:buNone/>
            </a:pPr>
            <a:r>
              <a:rPr lang="en-IN" sz="1500" dirty="0"/>
              <a:t>       09-Feb at 19:00: 88 riders</a:t>
            </a:r>
          </a:p>
          <a:p>
            <a:pPr marL="0" indent="0">
              <a:buNone/>
            </a:pPr>
            <a:r>
              <a:rPr lang="en-IN" sz="1900" dirty="0"/>
              <a:t>      Therefore, demand planning should pay particular attention to both morning and evening peak periods.</a:t>
            </a:r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293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7269-FD6C-7981-F5E7-546FC21E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4"/>
            <a:ext cx="10515600" cy="972062"/>
          </a:xfrm>
        </p:spPr>
        <p:txBody>
          <a:bodyPr/>
          <a:lstStyle/>
          <a:p>
            <a:r>
              <a:rPr lang="en-US" sz="3500" b="1" dirty="0"/>
              <a:t>Key Findings (Continue)</a:t>
            </a:r>
            <a:endParaRPr lang="en-IN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4B75E-39E5-79A7-CA77-E4B83102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1046"/>
            <a:ext cx="10515600" cy="4351338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Registered riders are an important source of demand.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Casual riders generally represent a smaller proportion of demand in several high-demand observations.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Weather (sunny, cloudy, rainy, and heavy-rain conditions) may influence rider demand.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Peak demand can create operational pressure 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Outliers (Anomaly) can provide business insights </a:t>
            </a:r>
            <a:r>
              <a:rPr lang="en-IN" sz="2400" b="1" dirty="0"/>
              <a:t>:</a:t>
            </a:r>
            <a:r>
              <a:rPr lang="en-IN" sz="2000" dirty="0"/>
              <a:t>Outlier analysis can be useful for understanding exceptional demand.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45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ABB9-0479-14EF-52D8-00F94C045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78466"/>
            <a:ext cx="9144000" cy="735934"/>
          </a:xfrm>
        </p:spPr>
        <p:txBody>
          <a:bodyPr>
            <a:normAutofit/>
          </a:bodyPr>
          <a:lstStyle/>
          <a:p>
            <a:r>
              <a:rPr lang="en-US" sz="3500" b="1" dirty="0"/>
              <a:t>Recommendations</a:t>
            </a:r>
            <a:endParaRPr lang="en-IN" sz="35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16A7C-71B9-C301-9620-E25374731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051" y="983226"/>
            <a:ext cx="9144000" cy="5555225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Improve Peak-Hour Bike Availability : </a:t>
            </a:r>
            <a:r>
              <a:rPr lang="en-IN" sz="1600" dirty="0"/>
              <a:t>Bike availability should be increased before anticipated peak periods, particularly during morning commuting hours.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Prioritize Registered Rider Demand :</a:t>
            </a:r>
            <a:r>
              <a:rPr lang="en-IN" sz="1600" dirty="0"/>
              <a:t>Membership data can also be used to understand recurring travel patterns and improve demand predictions.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Develop Weather-Aware Operations : </a:t>
            </a:r>
            <a:r>
              <a:rPr lang="en-IN" sz="1600" dirty="0"/>
              <a:t>Weather forecasts can be incorporated into daily operational planning.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Target Casual Riders Strategically: </a:t>
            </a:r>
            <a:r>
              <a:rPr lang="en-IN" sz="1600" dirty="0"/>
              <a:t>Casual riders may respond differently to registered users. Various ways are: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1600" dirty="0"/>
              <a:t>Weekend promotions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1600" dirty="0"/>
              <a:t>Seasonal campaigns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1600" dirty="0"/>
              <a:t>Weather-sensitive offers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1600" dirty="0"/>
              <a:t>First-ride discounts</a:t>
            </a:r>
          </a:p>
          <a:p>
            <a:pPr algn="l"/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601454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 polygons" id="{9386F459-ED89-45E1-9278-BD013141ED18}" vid="{1AB10639-83E7-49C5-8C27-493DD0C03A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Prismatic Polygons</Template>
  <TotalTime>120</TotalTime>
  <Words>629</Words>
  <Application>Microsoft Office PowerPoint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 Light</vt:lpstr>
      <vt:lpstr>Arial</vt:lpstr>
      <vt:lpstr>Calibri</vt:lpstr>
      <vt:lpstr>Chamberi Super Display</vt:lpstr>
      <vt:lpstr>Prismatic polygons</vt:lpstr>
      <vt:lpstr>Bike-Sharing Rider Demand Analysis</vt:lpstr>
      <vt:lpstr>Data Set Overview</vt:lpstr>
      <vt:lpstr>Methodlogy</vt:lpstr>
      <vt:lpstr>Dashboard Creation</vt:lpstr>
      <vt:lpstr>Anomaly Detection </vt:lpstr>
      <vt:lpstr>Demand Forecasting</vt:lpstr>
      <vt:lpstr>Key Findings</vt:lpstr>
      <vt:lpstr>Key Findings (Continue)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Shrikant Goswami</dc:creator>
  <cp:lastModifiedBy>Shrikant Goswami</cp:lastModifiedBy>
  <cp:revision>52</cp:revision>
  <dcterms:created xsi:type="dcterms:W3CDTF">2026-10-08T18:04:05Z</dcterms:created>
  <dcterms:modified xsi:type="dcterms:W3CDTF">2026-10-08T20:10:50Z</dcterms:modified>
</cp:coreProperties>
</file>