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7" r:id="rId1"/>
  </p:sldMasterIdLst>
  <p:sldIdLst>
    <p:sldId id="268" r:id="rId2"/>
    <p:sldId id="256" r:id="rId3"/>
    <p:sldId id="257" r:id="rId4"/>
    <p:sldId id="270" r:id="rId5"/>
    <p:sldId id="265" r:id="rId6"/>
    <p:sldId id="261" r:id="rId7"/>
    <p:sldId id="262" r:id="rId8"/>
    <p:sldId id="263" r:id="rId9"/>
    <p:sldId id="264" r:id="rId10"/>
    <p:sldId id="260" r:id="rId11"/>
    <p:sldId id="27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3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hrikant%20Goswami\Desktop\New%20Microsoft%20Excel%20Worksheet%20(2)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hrikant%20Goswami\Desktop\New%20Microsoft%20Excel%20Worksheet%20(2)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hrikant%20Goswami\Desktop\New%20Microsoft%20Excel%20Worksheet%20(2)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hrikant%20Goswami\Desktop\New%20Microsoft%20Excel%20Worksheet%20(2)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hrikant%20Goswami\Desktop\New%20Microsoft%20Excel%20Worksheet%20(2)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hrikant%20Goswami\Desktop\Archana\Project\Dashboard%20file%20-Archana%20Goswami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[Complete file.xlsx]Pivot!PivotTable24</c:name>
    <c:fmtId val="35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sng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b="1" u="sng"/>
              <a:t>Weatherwise</a:t>
            </a:r>
            <a:r>
              <a:rPr lang="en-IN" b="1" u="sng" baseline="0"/>
              <a:t> Demand</a:t>
            </a:r>
            <a:endParaRPr lang="en-IN" b="1" u="sng"/>
          </a:p>
        </c:rich>
      </c:tx>
      <c:layout>
        <c:manualLayout>
          <c:xMode val="edge"/>
          <c:yMode val="edge"/>
          <c:x val="0.24190726159230097"/>
          <c:y val="2.464571780653111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sng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ln>
                    <a:noFill/>
                  </a:ln>
                  <a:noFill/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ln>
                    <a:noFill/>
                  </a:ln>
                  <a:noFill/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ln>
                    <a:noFill/>
                  </a:ln>
                  <a:noFill/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Pivot!$L$2</c:f>
              <c:strCache>
                <c:ptCount val="1"/>
                <c:pt idx="0">
                  <c:v>Sum of casual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Pivot!$K$3:$K$7</c:f>
              <c:strCache>
                <c:ptCount val="4"/>
                <c:pt idx="0">
                  <c:v>Cloudy Day</c:v>
                </c:pt>
                <c:pt idx="1">
                  <c:v>Heavy Rain</c:v>
                </c:pt>
                <c:pt idx="2">
                  <c:v>Rainy Day</c:v>
                </c:pt>
                <c:pt idx="3">
                  <c:v>Sunny Day</c:v>
                </c:pt>
              </c:strCache>
            </c:strRef>
          </c:cat>
          <c:val>
            <c:numRef>
              <c:f>Pivot!$L$3:$L$7</c:f>
              <c:numCache>
                <c:formatCode>General</c:formatCode>
                <c:ptCount val="4"/>
                <c:pt idx="0">
                  <c:v>81</c:v>
                </c:pt>
                <c:pt idx="1">
                  <c:v>1</c:v>
                </c:pt>
                <c:pt idx="2">
                  <c:v>23</c:v>
                </c:pt>
                <c:pt idx="3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CF7-4EAF-8030-88CAA218BABD}"/>
            </c:ext>
          </c:extLst>
        </c:ser>
        <c:ser>
          <c:idx val="1"/>
          <c:order val="1"/>
          <c:tx>
            <c:strRef>
              <c:f>Pivot!$M$2</c:f>
              <c:strCache>
                <c:ptCount val="1"/>
                <c:pt idx="0">
                  <c:v>Sum of registered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Pivot!$K$3:$K$7</c:f>
              <c:strCache>
                <c:ptCount val="4"/>
                <c:pt idx="0">
                  <c:v>Cloudy Day</c:v>
                </c:pt>
                <c:pt idx="1">
                  <c:v>Heavy Rain</c:v>
                </c:pt>
                <c:pt idx="2">
                  <c:v>Rainy Day</c:v>
                </c:pt>
                <c:pt idx="3">
                  <c:v>Sunny Day</c:v>
                </c:pt>
              </c:strCache>
            </c:strRef>
          </c:cat>
          <c:val>
            <c:numRef>
              <c:f>Pivot!$M$3:$M$7</c:f>
              <c:numCache>
                <c:formatCode>General</c:formatCode>
                <c:ptCount val="4"/>
                <c:pt idx="0">
                  <c:v>1175</c:v>
                </c:pt>
                <c:pt idx="1">
                  <c:v>35</c:v>
                </c:pt>
                <c:pt idx="2">
                  <c:v>497</c:v>
                </c:pt>
                <c:pt idx="3">
                  <c:v>1211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CF7-4EAF-8030-88CAA218BABD}"/>
            </c:ext>
          </c:extLst>
        </c:ser>
        <c:ser>
          <c:idx val="2"/>
          <c:order val="2"/>
          <c:tx>
            <c:strRef>
              <c:f>Pivot!$N$2</c:f>
              <c:strCache>
                <c:ptCount val="1"/>
                <c:pt idx="0">
                  <c:v>Sum of Total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ln>
                      <a:noFill/>
                    </a:ln>
                    <a:noFill/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Pivot!$K$3:$K$7</c:f>
              <c:strCache>
                <c:ptCount val="4"/>
                <c:pt idx="0">
                  <c:v>Cloudy Day</c:v>
                </c:pt>
                <c:pt idx="1">
                  <c:v>Heavy Rain</c:v>
                </c:pt>
                <c:pt idx="2">
                  <c:v>Rainy Day</c:v>
                </c:pt>
                <c:pt idx="3">
                  <c:v>Sunny Day</c:v>
                </c:pt>
              </c:strCache>
            </c:strRef>
          </c:cat>
          <c:val>
            <c:numRef>
              <c:f>Pivot!$N$3:$N$7</c:f>
              <c:numCache>
                <c:formatCode>General</c:formatCode>
                <c:ptCount val="4"/>
                <c:pt idx="0">
                  <c:v>1256</c:v>
                </c:pt>
                <c:pt idx="1">
                  <c:v>36</c:v>
                </c:pt>
                <c:pt idx="2">
                  <c:v>520</c:v>
                </c:pt>
                <c:pt idx="3">
                  <c:v>1310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CF7-4EAF-8030-88CAA218BAB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shape val="box"/>
        <c:axId val="386466447"/>
        <c:axId val="485137775"/>
        <c:axId val="0"/>
      </c:bar3DChart>
      <c:catAx>
        <c:axId val="3864664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5137775"/>
        <c:crosses val="autoZero"/>
        <c:auto val="1"/>
        <c:lblAlgn val="ctr"/>
        <c:lblOffset val="100"/>
        <c:noMultiLvlLbl val="0"/>
      </c:catAx>
      <c:valAx>
        <c:axId val="4851377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8646644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>
      <a:gsLst>
        <a:gs pos="2000">
          <a:srgbClr val="FFC000"/>
        </a:gs>
        <a:gs pos="68000">
          <a:schemeClr val="accent1">
            <a:lumMod val="45000"/>
            <a:lumOff val="55000"/>
          </a:schemeClr>
        </a:gs>
        <a:gs pos="83000">
          <a:schemeClr val="accent1">
            <a:lumMod val="45000"/>
            <a:lumOff val="55000"/>
          </a:schemeClr>
        </a:gs>
        <a:gs pos="100000">
          <a:schemeClr val="accent1">
            <a:lumMod val="30000"/>
            <a:lumOff val="70000"/>
          </a:schemeClr>
        </a:gs>
      </a:gsLst>
      <a:lin ang="5400000" scaled="1"/>
    </a:gradFill>
    <a:ln w="9525" cap="flat" cmpd="sng" algn="ctr">
      <a:solidFill>
        <a:schemeClr val="accent1">
          <a:shade val="1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[Complete file.xlsx]Pivot!PivotTable23</c:name>
    <c:fmtId val="30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sng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400" b="1" u="sng"/>
              <a:t>Monthly</a:t>
            </a:r>
            <a:r>
              <a:rPr lang="en-IN" sz="1400" b="1" u="sng" baseline="0"/>
              <a:t> Demand</a:t>
            </a:r>
            <a:endParaRPr lang="en-IN" sz="1400" b="1" u="sng"/>
          </a:p>
        </c:rich>
      </c:tx>
      <c:layout>
        <c:manualLayout>
          <c:xMode val="edge"/>
          <c:yMode val="edge"/>
          <c:x val="0.23861751508141499"/>
          <c:y val="2.108774454226590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sng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0.14013131665503836"/>
          <c:y val="0.13911397735730796"/>
          <c:w val="0.7537503912928315"/>
          <c:h val="0.66953460085781957"/>
        </c:manualLayout>
      </c:layout>
      <c:bar3DChart>
        <c:barDir val="bar"/>
        <c:grouping val="clustered"/>
        <c:varyColors val="0"/>
        <c:ser>
          <c:idx val="0"/>
          <c:order val="0"/>
          <c:tx>
            <c:strRef>
              <c:f>Pivot!$G$2</c:f>
              <c:strCache>
                <c:ptCount val="1"/>
                <c:pt idx="0">
                  <c:v>Sum of casual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Pivot!$F$3:$F$5</c:f>
              <c:strCache>
                <c:ptCount val="2"/>
                <c:pt idx="0">
                  <c:v>Jan</c:v>
                </c:pt>
                <c:pt idx="1">
                  <c:v>Feb</c:v>
                </c:pt>
              </c:strCache>
            </c:strRef>
          </c:cat>
          <c:val>
            <c:numRef>
              <c:f>Pivot!$G$3:$G$5</c:f>
              <c:numCache>
                <c:formatCode>General</c:formatCode>
                <c:ptCount val="2"/>
                <c:pt idx="0">
                  <c:v>155</c:v>
                </c:pt>
                <c:pt idx="1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24E-48C9-BEDB-88F4123D00C1}"/>
            </c:ext>
          </c:extLst>
        </c:ser>
        <c:ser>
          <c:idx val="1"/>
          <c:order val="1"/>
          <c:tx>
            <c:strRef>
              <c:f>Pivot!$H$2</c:f>
              <c:strCache>
                <c:ptCount val="1"/>
                <c:pt idx="0">
                  <c:v>Sum of registered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Pivot!$F$3:$F$5</c:f>
              <c:strCache>
                <c:ptCount val="2"/>
                <c:pt idx="0">
                  <c:v>Jan</c:v>
                </c:pt>
                <c:pt idx="1">
                  <c:v>Feb</c:v>
                </c:pt>
              </c:strCache>
            </c:strRef>
          </c:cat>
          <c:val>
            <c:numRef>
              <c:f>Pivot!$H$3:$H$5</c:f>
              <c:numCache>
                <c:formatCode>General</c:formatCode>
                <c:ptCount val="2"/>
                <c:pt idx="0">
                  <c:v>1854</c:v>
                </c:pt>
                <c:pt idx="1">
                  <c:v>1064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24E-48C9-BEDB-88F4123D00C1}"/>
            </c:ext>
          </c:extLst>
        </c:ser>
        <c:ser>
          <c:idx val="2"/>
          <c:order val="2"/>
          <c:tx>
            <c:strRef>
              <c:f>Pivot!$I$2</c:f>
              <c:strCache>
                <c:ptCount val="1"/>
                <c:pt idx="0">
                  <c:v>Sum of Total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Pivot!$F$3:$F$5</c:f>
              <c:strCache>
                <c:ptCount val="2"/>
                <c:pt idx="0">
                  <c:v>Jan</c:v>
                </c:pt>
                <c:pt idx="1">
                  <c:v>Feb</c:v>
                </c:pt>
              </c:strCache>
            </c:strRef>
          </c:cat>
          <c:val>
            <c:numRef>
              <c:f>Pivot!$I$3:$I$5</c:f>
              <c:numCache>
                <c:formatCode>General</c:formatCode>
                <c:ptCount val="2"/>
                <c:pt idx="0">
                  <c:v>2009</c:v>
                </c:pt>
                <c:pt idx="1">
                  <c:v>1113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24E-48C9-BEDB-88F4123D00C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shape val="box"/>
        <c:axId val="283111167"/>
        <c:axId val="485156015"/>
        <c:axId val="0"/>
      </c:bar3DChart>
      <c:catAx>
        <c:axId val="2831111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5156015"/>
        <c:crosses val="autoZero"/>
        <c:auto val="1"/>
        <c:lblAlgn val="ctr"/>
        <c:lblOffset val="100"/>
        <c:noMultiLvlLbl val="0"/>
      </c:catAx>
      <c:valAx>
        <c:axId val="485156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8311116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>
      <a:gsLst>
        <a:gs pos="47000">
          <a:srgbClr val="92D050"/>
        </a:gs>
        <a:gs pos="74000">
          <a:schemeClr val="accent1">
            <a:lumMod val="45000"/>
            <a:lumOff val="55000"/>
          </a:schemeClr>
        </a:gs>
        <a:gs pos="83000">
          <a:schemeClr val="accent1">
            <a:lumMod val="45000"/>
            <a:lumOff val="55000"/>
          </a:schemeClr>
        </a:gs>
        <a:gs pos="100000">
          <a:schemeClr val="accent1">
            <a:lumMod val="30000"/>
            <a:lumOff val="70000"/>
          </a:schemeClr>
        </a:gs>
      </a:gsLst>
      <a:lin ang="5400000" scaled="1"/>
    </a:gradFill>
    <a:ln w="9525" cap="flat" cmpd="sng" algn="ctr">
      <a:solidFill>
        <a:schemeClr val="accent1">
          <a:shade val="1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[Complete file.xlsx]Pivot!PivotTable30</c:name>
    <c:fmtId val="47"/>
  </c:pivotSource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00" b="1" i="0" u="sng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i="0" u="sng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+mn-lt"/>
                <a:ea typeface="+mn-ea"/>
                <a:cs typeface="+mn-cs"/>
              </a:rPr>
              <a:t>Day Type Demand</a:t>
            </a:r>
          </a:p>
        </c:rich>
      </c:tx>
      <c:layout>
        <c:manualLayout>
          <c:xMode val="edge"/>
          <c:yMode val="edge"/>
          <c:x val="0.2144070459502421"/>
          <c:y val="6.915629322268326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00" b="1" i="0" u="sng" strike="noStrike" kern="1200" spc="0" baseline="0">
              <a:solidFill>
                <a:sysClr val="windowText" lastClr="000000">
                  <a:lumMod val="65000"/>
                  <a:lumOff val="35000"/>
                </a:sys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3"/>
        <c:spPr>
          <a:solidFill>
            <a:schemeClr val="accent1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4"/>
        <c:spPr>
          <a:solidFill>
            <a:schemeClr val="accent1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6"/>
        <c:spPr>
          <a:solidFill>
            <a:schemeClr val="accent1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7"/>
        <c:spPr>
          <a:solidFill>
            <a:schemeClr val="accent1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9"/>
        <c:spPr>
          <a:solidFill>
            <a:schemeClr val="accent1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10"/>
        <c:spPr>
          <a:solidFill>
            <a:schemeClr val="accent1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12"/>
        <c:spPr>
          <a:solidFill>
            <a:schemeClr val="accent1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</c:pivotFmts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Pivot!$V$3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B29-4785-A73B-F5A9A6D6346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B29-4785-A73B-F5A9A6D6346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Pivot!$U$4:$U$6</c:f>
              <c:strCache>
                <c:ptCount val="2"/>
                <c:pt idx="0">
                  <c:v>Holiday</c:v>
                </c:pt>
                <c:pt idx="1">
                  <c:v>Workday</c:v>
                </c:pt>
              </c:strCache>
            </c:strRef>
          </c:cat>
          <c:val>
            <c:numRef>
              <c:f>Pivot!$V$4:$V$6</c:f>
              <c:numCache>
                <c:formatCode>General</c:formatCode>
                <c:ptCount val="2"/>
                <c:pt idx="0">
                  <c:v>1387</c:v>
                </c:pt>
                <c:pt idx="1">
                  <c:v>1735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29-4785-A73B-F5A9A6D634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>
      <a:gsLst>
        <a:gs pos="0">
          <a:srgbClr val="FFFF00"/>
        </a:gs>
        <a:gs pos="74000">
          <a:schemeClr val="accent1">
            <a:lumMod val="45000"/>
            <a:lumOff val="55000"/>
          </a:schemeClr>
        </a:gs>
        <a:gs pos="83000">
          <a:schemeClr val="accent1">
            <a:lumMod val="45000"/>
            <a:lumOff val="55000"/>
          </a:schemeClr>
        </a:gs>
        <a:gs pos="100000">
          <a:schemeClr val="accent1">
            <a:lumMod val="30000"/>
            <a:lumOff val="70000"/>
          </a:schemeClr>
        </a:gs>
      </a:gsLst>
      <a:lin ang="5400000" scaled="1"/>
    </a:gradFill>
    <a:ln w="9525" cap="flat" cmpd="sng" algn="ctr">
      <a:gradFill>
        <a:gsLst>
          <a:gs pos="0">
            <a:schemeClr val="accent1">
              <a:lumMod val="5000"/>
              <a:lumOff val="95000"/>
            </a:schemeClr>
          </a:gs>
          <a:gs pos="74000">
            <a:schemeClr val="accent1">
              <a:lumMod val="45000"/>
              <a:lumOff val="55000"/>
            </a:schemeClr>
          </a:gs>
          <a:gs pos="83000">
            <a:schemeClr val="accent1">
              <a:lumMod val="45000"/>
              <a:lumOff val="55000"/>
            </a:schemeClr>
          </a:gs>
          <a:gs pos="100000">
            <a:schemeClr val="accent1">
              <a:lumMod val="30000"/>
              <a:lumOff val="70000"/>
            </a:schemeClr>
          </a:gs>
        </a:gsLst>
        <a:lin ang="5400000" scaled="1"/>
      </a:gra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sng" strike="noStrike" kern="1200" spc="0" baseline="0">
                <a:solidFill>
                  <a:srgbClr val="C00000"/>
                </a:solidFill>
                <a:latin typeface="+mn-lt"/>
                <a:ea typeface="+mn-ea"/>
                <a:cs typeface="+mn-cs"/>
              </a:defRPr>
            </a:pPr>
            <a:r>
              <a:rPr lang="en-US" b="1" u="sng">
                <a:solidFill>
                  <a:srgbClr val="C00000"/>
                </a:solidFill>
              </a:rPr>
              <a:t>Outlier</a:t>
            </a:r>
            <a:r>
              <a:rPr lang="en-US" b="1" u="sng" baseline="0">
                <a:solidFill>
                  <a:srgbClr val="C00000"/>
                </a:solidFill>
              </a:rPr>
              <a:t> (Anomaly Detection)</a:t>
            </a:r>
            <a:endParaRPr lang="en-US" b="1" u="sng">
              <a:solidFill>
                <a:srgbClr val="C00000"/>
              </a:solidFill>
            </a:endParaRPr>
          </a:p>
        </c:rich>
      </c:tx>
      <c:layout>
        <c:manualLayout>
          <c:xMode val="edge"/>
          <c:yMode val="edge"/>
          <c:x val="0.36709539121114682"/>
          <c:y val="7.4906367041198503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sng" strike="noStrike" kern="1200" spc="0" baseline="0">
              <a:solidFill>
                <a:srgbClr val="C00000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3.1523491235621273E-2"/>
          <c:y val="9.3970037453183539E-2"/>
          <c:w val="0.93787629440210651"/>
          <c:h val="0.77420124450735794"/>
        </c:manualLayout>
      </c:layout>
      <c:scatterChart>
        <c:scatterStyle val="lineMarker"/>
        <c:varyColors val="0"/>
        <c:ser>
          <c:idx val="0"/>
          <c:order val="0"/>
          <c:tx>
            <c:strRef>
              <c:f>Outlier!$N$1</c:f>
              <c:strCache>
                <c:ptCount val="1"/>
                <c:pt idx="0">
                  <c:v>temp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strRef>
              <c:f>Outlier!$B$2:$M$97</c:f>
              <c:strCache>
                <c:ptCount val="96"/>
                <c:pt idx="0">
                  <c:v>01-Jan-2011</c:v>
                </c:pt>
                <c:pt idx="1">
                  <c:v>01-Jan-2011</c:v>
                </c:pt>
                <c:pt idx="2">
                  <c:v>01-Jan-2011</c:v>
                </c:pt>
                <c:pt idx="3">
                  <c:v>02-Jan-2011</c:v>
                </c:pt>
                <c:pt idx="4">
                  <c:v>02-Jan-2011</c:v>
                </c:pt>
                <c:pt idx="5">
                  <c:v>02-Jan-2011</c:v>
                </c:pt>
                <c:pt idx="6">
                  <c:v>03-Jan-2011</c:v>
                </c:pt>
                <c:pt idx="7">
                  <c:v>04-Jan-2011</c:v>
                </c:pt>
                <c:pt idx="8">
                  <c:v>04-Jan-2011</c:v>
                </c:pt>
                <c:pt idx="9">
                  <c:v>05-Jan-2011</c:v>
                </c:pt>
                <c:pt idx="10">
                  <c:v>06-Jan-2011</c:v>
                </c:pt>
                <c:pt idx="11">
                  <c:v>06-Jan-2011</c:v>
                </c:pt>
                <c:pt idx="12">
                  <c:v>07-Jan-2011</c:v>
                </c:pt>
                <c:pt idx="13">
                  <c:v>07-Jan-2011</c:v>
                </c:pt>
                <c:pt idx="14">
                  <c:v>07-Jan-2011</c:v>
                </c:pt>
                <c:pt idx="15">
                  <c:v>08-Jan-2011</c:v>
                </c:pt>
                <c:pt idx="16">
                  <c:v>08-Jan-2011</c:v>
                </c:pt>
                <c:pt idx="17">
                  <c:v>08-Jan-2011</c:v>
                </c:pt>
                <c:pt idx="18">
                  <c:v>09-Jan-2011</c:v>
                </c:pt>
                <c:pt idx="19">
                  <c:v>10-Jan-2011</c:v>
                </c:pt>
                <c:pt idx="20">
                  <c:v>10-Jan-2011</c:v>
                </c:pt>
                <c:pt idx="21">
                  <c:v>11-Jan-2011</c:v>
                </c:pt>
                <c:pt idx="22">
                  <c:v>11-Jan-2011</c:v>
                </c:pt>
                <c:pt idx="23">
                  <c:v>11-Jan-2011</c:v>
                </c:pt>
                <c:pt idx="24">
                  <c:v>12-Jan-2011</c:v>
                </c:pt>
                <c:pt idx="25">
                  <c:v>12-Jan-2011</c:v>
                </c:pt>
                <c:pt idx="26">
                  <c:v>13-Jan-2011</c:v>
                </c:pt>
                <c:pt idx="27">
                  <c:v>13-Jan-2011</c:v>
                </c:pt>
                <c:pt idx="28">
                  <c:v>14-Jan-2011</c:v>
                </c:pt>
                <c:pt idx="29">
                  <c:v>14-Jan-2011</c:v>
                </c:pt>
                <c:pt idx="30">
                  <c:v>15-Jan-2011</c:v>
                </c:pt>
                <c:pt idx="31">
                  <c:v>15-Jan-2011</c:v>
                </c:pt>
                <c:pt idx="32">
                  <c:v>16-Jan-2011</c:v>
                </c:pt>
                <c:pt idx="33">
                  <c:v>16-Jan-2011</c:v>
                </c:pt>
                <c:pt idx="34">
                  <c:v>17-Jan-2011</c:v>
                </c:pt>
                <c:pt idx="35">
                  <c:v>17-Jan-2011</c:v>
                </c:pt>
                <c:pt idx="36">
                  <c:v>17-Jan-2011</c:v>
                </c:pt>
                <c:pt idx="37">
                  <c:v>18-Jan-2011</c:v>
                </c:pt>
                <c:pt idx="38">
                  <c:v>19-Jan-2011</c:v>
                </c:pt>
                <c:pt idx="39">
                  <c:v>19-Jan-2011</c:v>
                </c:pt>
                <c:pt idx="40">
                  <c:v>19-Jan-2011</c:v>
                </c:pt>
                <c:pt idx="41">
                  <c:v>20-Jan-2011</c:v>
                </c:pt>
                <c:pt idx="42">
                  <c:v>20-Jan-2011</c:v>
                </c:pt>
                <c:pt idx="43">
                  <c:v>21-Jan-2011</c:v>
                </c:pt>
                <c:pt idx="44">
                  <c:v>21-Jan-2011</c:v>
                </c:pt>
                <c:pt idx="45">
                  <c:v>21-Jan-2011</c:v>
                </c:pt>
                <c:pt idx="46">
                  <c:v>22-Jan-2011</c:v>
                </c:pt>
                <c:pt idx="47">
                  <c:v>22-Jan-2011</c:v>
                </c:pt>
                <c:pt idx="48">
                  <c:v>23-Jan-2011</c:v>
                </c:pt>
                <c:pt idx="49">
                  <c:v>23-Jan-2011</c:v>
                </c:pt>
                <c:pt idx="50">
                  <c:v>24-Jan-2011</c:v>
                </c:pt>
                <c:pt idx="51">
                  <c:v>24-Jan-2011</c:v>
                </c:pt>
                <c:pt idx="52">
                  <c:v>25-Jan-2011</c:v>
                </c:pt>
                <c:pt idx="53">
                  <c:v>25-Jan-2011</c:v>
                </c:pt>
                <c:pt idx="54">
                  <c:v>26-Jan-2011</c:v>
                </c:pt>
                <c:pt idx="55">
                  <c:v>26-Jan-2011</c:v>
                </c:pt>
                <c:pt idx="56">
                  <c:v>26-Jan-2011</c:v>
                </c:pt>
                <c:pt idx="57">
                  <c:v>27-Jan-2011</c:v>
                </c:pt>
                <c:pt idx="58">
                  <c:v>28-Jan-2011</c:v>
                </c:pt>
                <c:pt idx="59">
                  <c:v>28-Jan-2011</c:v>
                </c:pt>
                <c:pt idx="60">
                  <c:v>29-Jan-2011</c:v>
                </c:pt>
                <c:pt idx="61">
                  <c:v>29-Jan-2011</c:v>
                </c:pt>
                <c:pt idx="62">
                  <c:v>30-Jan-2011</c:v>
                </c:pt>
                <c:pt idx="63">
                  <c:v>30-Jan-2011</c:v>
                </c:pt>
                <c:pt idx="64">
                  <c:v>31-Jan-2011</c:v>
                </c:pt>
                <c:pt idx="65">
                  <c:v>31-Jan-2011</c:v>
                </c:pt>
                <c:pt idx="66">
                  <c:v>31-Jan-2011</c:v>
                </c:pt>
                <c:pt idx="67">
                  <c:v>01-Feb-2011</c:v>
                </c:pt>
                <c:pt idx="68">
                  <c:v>01-Feb-2011</c:v>
                </c:pt>
                <c:pt idx="69">
                  <c:v>02-Feb-2011</c:v>
                </c:pt>
                <c:pt idx="70">
                  <c:v>02-Feb-2011</c:v>
                </c:pt>
                <c:pt idx="71">
                  <c:v>02-Feb-2011</c:v>
                </c:pt>
                <c:pt idx="72">
                  <c:v>03-Feb-2011</c:v>
                </c:pt>
                <c:pt idx="73">
                  <c:v>04-Feb-2011</c:v>
                </c:pt>
                <c:pt idx="74">
                  <c:v>04-Feb-2011</c:v>
                </c:pt>
                <c:pt idx="75">
                  <c:v>05-Feb-2011</c:v>
                </c:pt>
                <c:pt idx="76">
                  <c:v>05-Feb-2011</c:v>
                </c:pt>
                <c:pt idx="77">
                  <c:v>05-Feb-2011</c:v>
                </c:pt>
                <c:pt idx="78">
                  <c:v>06-Feb-2011</c:v>
                </c:pt>
                <c:pt idx="79">
                  <c:v>07-Feb-2011</c:v>
                </c:pt>
                <c:pt idx="80">
                  <c:v>07-Feb-2011</c:v>
                </c:pt>
                <c:pt idx="81">
                  <c:v>08-Feb-2011</c:v>
                </c:pt>
                <c:pt idx="82">
                  <c:v>08-Feb-2011</c:v>
                </c:pt>
                <c:pt idx="83">
                  <c:v>08-Feb-2011</c:v>
                </c:pt>
                <c:pt idx="84">
                  <c:v>09-Feb-2011</c:v>
                </c:pt>
                <c:pt idx="85">
                  <c:v>09-Feb-2011</c:v>
                </c:pt>
                <c:pt idx="86">
                  <c:v>09-Feb-2011</c:v>
                </c:pt>
                <c:pt idx="87">
                  <c:v>10-Feb-2011</c:v>
                </c:pt>
                <c:pt idx="88">
                  <c:v>10-Feb-2011</c:v>
                </c:pt>
                <c:pt idx="89">
                  <c:v>10-Feb-2011</c:v>
                </c:pt>
                <c:pt idx="90">
                  <c:v>11-Feb-2011</c:v>
                </c:pt>
                <c:pt idx="91">
                  <c:v>12-Feb-2011</c:v>
                </c:pt>
                <c:pt idx="92">
                  <c:v>13-Feb-2011</c:v>
                </c:pt>
                <c:pt idx="93">
                  <c:v>13-Feb-2011</c:v>
                </c:pt>
                <c:pt idx="94">
                  <c:v>14-Feb-2011</c:v>
                </c:pt>
                <c:pt idx="95">
                  <c:v>28-Jan-2011</c:v>
                </c:pt>
              </c:strCache>
            </c:strRef>
          </c:xVal>
          <c:yVal>
            <c:numRef>
              <c:f>Outlier!$N$2:$N$97</c:f>
            </c:numRef>
          </c:yVal>
          <c:smooth val="0"/>
          <c:extLst>
            <c:ext xmlns:c16="http://schemas.microsoft.com/office/drawing/2014/chart" uri="{C3380CC4-5D6E-409C-BE32-E72D297353CC}">
              <c16:uniqueId val="{00000000-ACF6-4E0D-98C7-D164ED3902BB}"/>
            </c:ext>
          </c:extLst>
        </c:ser>
        <c:ser>
          <c:idx val="1"/>
          <c:order val="1"/>
          <c:tx>
            <c:strRef>
              <c:f>Outlier!$O$1</c:f>
              <c:strCache>
                <c:ptCount val="1"/>
                <c:pt idx="0">
                  <c:v>atemp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strRef>
              <c:f>Outlier!$B$2:$M$97</c:f>
              <c:strCache>
                <c:ptCount val="96"/>
                <c:pt idx="0">
                  <c:v>01-Jan-2011</c:v>
                </c:pt>
                <c:pt idx="1">
                  <c:v>01-Jan-2011</c:v>
                </c:pt>
                <c:pt idx="2">
                  <c:v>01-Jan-2011</c:v>
                </c:pt>
                <c:pt idx="3">
                  <c:v>02-Jan-2011</c:v>
                </c:pt>
                <c:pt idx="4">
                  <c:v>02-Jan-2011</c:v>
                </c:pt>
                <c:pt idx="5">
                  <c:v>02-Jan-2011</c:v>
                </c:pt>
                <c:pt idx="6">
                  <c:v>03-Jan-2011</c:v>
                </c:pt>
                <c:pt idx="7">
                  <c:v>04-Jan-2011</c:v>
                </c:pt>
                <c:pt idx="8">
                  <c:v>04-Jan-2011</c:v>
                </c:pt>
                <c:pt idx="9">
                  <c:v>05-Jan-2011</c:v>
                </c:pt>
                <c:pt idx="10">
                  <c:v>06-Jan-2011</c:v>
                </c:pt>
                <c:pt idx="11">
                  <c:v>06-Jan-2011</c:v>
                </c:pt>
                <c:pt idx="12">
                  <c:v>07-Jan-2011</c:v>
                </c:pt>
                <c:pt idx="13">
                  <c:v>07-Jan-2011</c:v>
                </c:pt>
                <c:pt idx="14">
                  <c:v>07-Jan-2011</c:v>
                </c:pt>
                <c:pt idx="15">
                  <c:v>08-Jan-2011</c:v>
                </c:pt>
                <c:pt idx="16">
                  <c:v>08-Jan-2011</c:v>
                </c:pt>
                <c:pt idx="17">
                  <c:v>08-Jan-2011</c:v>
                </c:pt>
                <c:pt idx="18">
                  <c:v>09-Jan-2011</c:v>
                </c:pt>
                <c:pt idx="19">
                  <c:v>10-Jan-2011</c:v>
                </c:pt>
                <c:pt idx="20">
                  <c:v>10-Jan-2011</c:v>
                </c:pt>
                <c:pt idx="21">
                  <c:v>11-Jan-2011</c:v>
                </c:pt>
                <c:pt idx="22">
                  <c:v>11-Jan-2011</c:v>
                </c:pt>
                <c:pt idx="23">
                  <c:v>11-Jan-2011</c:v>
                </c:pt>
                <c:pt idx="24">
                  <c:v>12-Jan-2011</c:v>
                </c:pt>
                <c:pt idx="25">
                  <c:v>12-Jan-2011</c:v>
                </c:pt>
                <c:pt idx="26">
                  <c:v>13-Jan-2011</c:v>
                </c:pt>
                <c:pt idx="27">
                  <c:v>13-Jan-2011</c:v>
                </c:pt>
                <c:pt idx="28">
                  <c:v>14-Jan-2011</c:v>
                </c:pt>
                <c:pt idx="29">
                  <c:v>14-Jan-2011</c:v>
                </c:pt>
                <c:pt idx="30">
                  <c:v>15-Jan-2011</c:v>
                </c:pt>
                <c:pt idx="31">
                  <c:v>15-Jan-2011</c:v>
                </c:pt>
                <c:pt idx="32">
                  <c:v>16-Jan-2011</c:v>
                </c:pt>
                <c:pt idx="33">
                  <c:v>16-Jan-2011</c:v>
                </c:pt>
                <c:pt idx="34">
                  <c:v>17-Jan-2011</c:v>
                </c:pt>
                <c:pt idx="35">
                  <c:v>17-Jan-2011</c:v>
                </c:pt>
                <c:pt idx="36">
                  <c:v>17-Jan-2011</c:v>
                </c:pt>
                <c:pt idx="37">
                  <c:v>18-Jan-2011</c:v>
                </c:pt>
                <c:pt idx="38">
                  <c:v>19-Jan-2011</c:v>
                </c:pt>
                <c:pt idx="39">
                  <c:v>19-Jan-2011</c:v>
                </c:pt>
                <c:pt idx="40">
                  <c:v>19-Jan-2011</c:v>
                </c:pt>
                <c:pt idx="41">
                  <c:v>20-Jan-2011</c:v>
                </c:pt>
                <c:pt idx="42">
                  <c:v>20-Jan-2011</c:v>
                </c:pt>
                <c:pt idx="43">
                  <c:v>21-Jan-2011</c:v>
                </c:pt>
                <c:pt idx="44">
                  <c:v>21-Jan-2011</c:v>
                </c:pt>
                <c:pt idx="45">
                  <c:v>21-Jan-2011</c:v>
                </c:pt>
                <c:pt idx="46">
                  <c:v>22-Jan-2011</c:v>
                </c:pt>
                <c:pt idx="47">
                  <c:v>22-Jan-2011</c:v>
                </c:pt>
                <c:pt idx="48">
                  <c:v>23-Jan-2011</c:v>
                </c:pt>
                <c:pt idx="49">
                  <c:v>23-Jan-2011</c:v>
                </c:pt>
                <c:pt idx="50">
                  <c:v>24-Jan-2011</c:v>
                </c:pt>
                <c:pt idx="51">
                  <c:v>24-Jan-2011</c:v>
                </c:pt>
                <c:pt idx="52">
                  <c:v>25-Jan-2011</c:v>
                </c:pt>
                <c:pt idx="53">
                  <c:v>25-Jan-2011</c:v>
                </c:pt>
                <c:pt idx="54">
                  <c:v>26-Jan-2011</c:v>
                </c:pt>
                <c:pt idx="55">
                  <c:v>26-Jan-2011</c:v>
                </c:pt>
                <c:pt idx="56">
                  <c:v>26-Jan-2011</c:v>
                </c:pt>
                <c:pt idx="57">
                  <c:v>27-Jan-2011</c:v>
                </c:pt>
                <c:pt idx="58">
                  <c:v>28-Jan-2011</c:v>
                </c:pt>
                <c:pt idx="59">
                  <c:v>28-Jan-2011</c:v>
                </c:pt>
                <c:pt idx="60">
                  <c:v>29-Jan-2011</c:v>
                </c:pt>
                <c:pt idx="61">
                  <c:v>29-Jan-2011</c:v>
                </c:pt>
                <c:pt idx="62">
                  <c:v>30-Jan-2011</c:v>
                </c:pt>
                <c:pt idx="63">
                  <c:v>30-Jan-2011</c:v>
                </c:pt>
                <c:pt idx="64">
                  <c:v>31-Jan-2011</c:v>
                </c:pt>
                <c:pt idx="65">
                  <c:v>31-Jan-2011</c:v>
                </c:pt>
                <c:pt idx="66">
                  <c:v>31-Jan-2011</c:v>
                </c:pt>
                <c:pt idx="67">
                  <c:v>01-Feb-2011</c:v>
                </c:pt>
                <c:pt idx="68">
                  <c:v>01-Feb-2011</c:v>
                </c:pt>
                <c:pt idx="69">
                  <c:v>02-Feb-2011</c:v>
                </c:pt>
                <c:pt idx="70">
                  <c:v>02-Feb-2011</c:v>
                </c:pt>
                <c:pt idx="71">
                  <c:v>02-Feb-2011</c:v>
                </c:pt>
                <c:pt idx="72">
                  <c:v>03-Feb-2011</c:v>
                </c:pt>
                <c:pt idx="73">
                  <c:v>04-Feb-2011</c:v>
                </c:pt>
                <c:pt idx="74">
                  <c:v>04-Feb-2011</c:v>
                </c:pt>
                <c:pt idx="75">
                  <c:v>05-Feb-2011</c:v>
                </c:pt>
                <c:pt idx="76">
                  <c:v>05-Feb-2011</c:v>
                </c:pt>
                <c:pt idx="77">
                  <c:v>05-Feb-2011</c:v>
                </c:pt>
                <c:pt idx="78">
                  <c:v>06-Feb-2011</c:v>
                </c:pt>
                <c:pt idx="79">
                  <c:v>07-Feb-2011</c:v>
                </c:pt>
                <c:pt idx="80">
                  <c:v>07-Feb-2011</c:v>
                </c:pt>
                <c:pt idx="81">
                  <c:v>08-Feb-2011</c:v>
                </c:pt>
                <c:pt idx="82">
                  <c:v>08-Feb-2011</c:v>
                </c:pt>
                <c:pt idx="83">
                  <c:v>08-Feb-2011</c:v>
                </c:pt>
                <c:pt idx="84">
                  <c:v>09-Feb-2011</c:v>
                </c:pt>
                <c:pt idx="85">
                  <c:v>09-Feb-2011</c:v>
                </c:pt>
                <c:pt idx="86">
                  <c:v>09-Feb-2011</c:v>
                </c:pt>
                <c:pt idx="87">
                  <c:v>10-Feb-2011</c:v>
                </c:pt>
                <c:pt idx="88">
                  <c:v>10-Feb-2011</c:v>
                </c:pt>
                <c:pt idx="89">
                  <c:v>10-Feb-2011</c:v>
                </c:pt>
                <c:pt idx="90">
                  <c:v>11-Feb-2011</c:v>
                </c:pt>
                <c:pt idx="91">
                  <c:v>12-Feb-2011</c:v>
                </c:pt>
                <c:pt idx="92">
                  <c:v>13-Feb-2011</c:v>
                </c:pt>
                <c:pt idx="93">
                  <c:v>13-Feb-2011</c:v>
                </c:pt>
                <c:pt idx="94">
                  <c:v>14-Feb-2011</c:v>
                </c:pt>
                <c:pt idx="95">
                  <c:v>28-Jan-2011</c:v>
                </c:pt>
              </c:strCache>
            </c:strRef>
          </c:xVal>
          <c:yVal>
            <c:numRef>
              <c:f>Outlier!$O$2:$O$97</c:f>
            </c:numRef>
          </c:yVal>
          <c:smooth val="0"/>
          <c:extLst>
            <c:ext xmlns:c16="http://schemas.microsoft.com/office/drawing/2014/chart" uri="{C3380CC4-5D6E-409C-BE32-E72D297353CC}">
              <c16:uniqueId val="{00000001-ACF6-4E0D-98C7-D164ED3902BB}"/>
            </c:ext>
          </c:extLst>
        </c:ser>
        <c:ser>
          <c:idx val="2"/>
          <c:order val="2"/>
          <c:tx>
            <c:strRef>
              <c:f>Outlier!$P$1</c:f>
              <c:strCache>
                <c:ptCount val="1"/>
                <c:pt idx="0">
                  <c:v>hum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strRef>
              <c:f>Outlier!$B$2:$M$97</c:f>
              <c:strCache>
                <c:ptCount val="96"/>
                <c:pt idx="0">
                  <c:v>01-Jan-2011</c:v>
                </c:pt>
                <c:pt idx="1">
                  <c:v>01-Jan-2011</c:v>
                </c:pt>
                <c:pt idx="2">
                  <c:v>01-Jan-2011</c:v>
                </c:pt>
                <c:pt idx="3">
                  <c:v>02-Jan-2011</c:v>
                </c:pt>
                <c:pt idx="4">
                  <c:v>02-Jan-2011</c:v>
                </c:pt>
                <c:pt idx="5">
                  <c:v>02-Jan-2011</c:v>
                </c:pt>
                <c:pt idx="6">
                  <c:v>03-Jan-2011</c:v>
                </c:pt>
                <c:pt idx="7">
                  <c:v>04-Jan-2011</c:v>
                </c:pt>
                <c:pt idx="8">
                  <c:v>04-Jan-2011</c:v>
                </c:pt>
                <c:pt idx="9">
                  <c:v>05-Jan-2011</c:v>
                </c:pt>
                <c:pt idx="10">
                  <c:v>06-Jan-2011</c:v>
                </c:pt>
                <c:pt idx="11">
                  <c:v>06-Jan-2011</c:v>
                </c:pt>
                <c:pt idx="12">
                  <c:v>07-Jan-2011</c:v>
                </c:pt>
                <c:pt idx="13">
                  <c:v>07-Jan-2011</c:v>
                </c:pt>
                <c:pt idx="14">
                  <c:v>07-Jan-2011</c:v>
                </c:pt>
                <c:pt idx="15">
                  <c:v>08-Jan-2011</c:v>
                </c:pt>
                <c:pt idx="16">
                  <c:v>08-Jan-2011</c:v>
                </c:pt>
                <c:pt idx="17">
                  <c:v>08-Jan-2011</c:v>
                </c:pt>
                <c:pt idx="18">
                  <c:v>09-Jan-2011</c:v>
                </c:pt>
                <c:pt idx="19">
                  <c:v>10-Jan-2011</c:v>
                </c:pt>
                <c:pt idx="20">
                  <c:v>10-Jan-2011</c:v>
                </c:pt>
                <c:pt idx="21">
                  <c:v>11-Jan-2011</c:v>
                </c:pt>
                <c:pt idx="22">
                  <c:v>11-Jan-2011</c:v>
                </c:pt>
                <c:pt idx="23">
                  <c:v>11-Jan-2011</c:v>
                </c:pt>
                <c:pt idx="24">
                  <c:v>12-Jan-2011</c:v>
                </c:pt>
                <c:pt idx="25">
                  <c:v>12-Jan-2011</c:v>
                </c:pt>
                <c:pt idx="26">
                  <c:v>13-Jan-2011</c:v>
                </c:pt>
                <c:pt idx="27">
                  <c:v>13-Jan-2011</c:v>
                </c:pt>
                <c:pt idx="28">
                  <c:v>14-Jan-2011</c:v>
                </c:pt>
                <c:pt idx="29">
                  <c:v>14-Jan-2011</c:v>
                </c:pt>
                <c:pt idx="30">
                  <c:v>15-Jan-2011</c:v>
                </c:pt>
                <c:pt idx="31">
                  <c:v>15-Jan-2011</c:v>
                </c:pt>
                <c:pt idx="32">
                  <c:v>16-Jan-2011</c:v>
                </c:pt>
                <c:pt idx="33">
                  <c:v>16-Jan-2011</c:v>
                </c:pt>
                <c:pt idx="34">
                  <c:v>17-Jan-2011</c:v>
                </c:pt>
                <c:pt idx="35">
                  <c:v>17-Jan-2011</c:v>
                </c:pt>
                <c:pt idx="36">
                  <c:v>17-Jan-2011</c:v>
                </c:pt>
                <c:pt idx="37">
                  <c:v>18-Jan-2011</c:v>
                </c:pt>
                <c:pt idx="38">
                  <c:v>19-Jan-2011</c:v>
                </c:pt>
                <c:pt idx="39">
                  <c:v>19-Jan-2011</c:v>
                </c:pt>
                <c:pt idx="40">
                  <c:v>19-Jan-2011</c:v>
                </c:pt>
                <c:pt idx="41">
                  <c:v>20-Jan-2011</c:v>
                </c:pt>
                <c:pt idx="42">
                  <c:v>20-Jan-2011</c:v>
                </c:pt>
                <c:pt idx="43">
                  <c:v>21-Jan-2011</c:v>
                </c:pt>
                <c:pt idx="44">
                  <c:v>21-Jan-2011</c:v>
                </c:pt>
                <c:pt idx="45">
                  <c:v>21-Jan-2011</c:v>
                </c:pt>
                <c:pt idx="46">
                  <c:v>22-Jan-2011</c:v>
                </c:pt>
                <c:pt idx="47">
                  <c:v>22-Jan-2011</c:v>
                </c:pt>
                <c:pt idx="48">
                  <c:v>23-Jan-2011</c:v>
                </c:pt>
                <c:pt idx="49">
                  <c:v>23-Jan-2011</c:v>
                </c:pt>
                <c:pt idx="50">
                  <c:v>24-Jan-2011</c:v>
                </c:pt>
                <c:pt idx="51">
                  <c:v>24-Jan-2011</c:v>
                </c:pt>
                <c:pt idx="52">
                  <c:v>25-Jan-2011</c:v>
                </c:pt>
                <c:pt idx="53">
                  <c:v>25-Jan-2011</c:v>
                </c:pt>
                <c:pt idx="54">
                  <c:v>26-Jan-2011</c:v>
                </c:pt>
                <c:pt idx="55">
                  <c:v>26-Jan-2011</c:v>
                </c:pt>
                <c:pt idx="56">
                  <c:v>26-Jan-2011</c:v>
                </c:pt>
                <c:pt idx="57">
                  <c:v>27-Jan-2011</c:v>
                </c:pt>
                <c:pt idx="58">
                  <c:v>28-Jan-2011</c:v>
                </c:pt>
                <c:pt idx="59">
                  <c:v>28-Jan-2011</c:v>
                </c:pt>
                <c:pt idx="60">
                  <c:v>29-Jan-2011</c:v>
                </c:pt>
                <c:pt idx="61">
                  <c:v>29-Jan-2011</c:v>
                </c:pt>
                <c:pt idx="62">
                  <c:v>30-Jan-2011</c:v>
                </c:pt>
                <c:pt idx="63">
                  <c:v>30-Jan-2011</c:v>
                </c:pt>
                <c:pt idx="64">
                  <c:v>31-Jan-2011</c:v>
                </c:pt>
                <c:pt idx="65">
                  <c:v>31-Jan-2011</c:v>
                </c:pt>
                <c:pt idx="66">
                  <c:v>31-Jan-2011</c:v>
                </c:pt>
                <c:pt idx="67">
                  <c:v>01-Feb-2011</c:v>
                </c:pt>
                <c:pt idx="68">
                  <c:v>01-Feb-2011</c:v>
                </c:pt>
                <c:pt idx="69">
                  <c:v>02-Feb-2011</c:v>
                </c:pt>
                <c:pt idx="70">
                  <c:v>02-Feb-2011</c:v>
                </c:pt>
                <c:pt idx="71">
                  <c:v>02-Feb-2011</c:v>
                </c:pt>
                <c:pt idx="72">
                  <c:v>03-Feb-2011</c:v>
                </c:pt>
                <c:pt idx="73">
                  <c:v>04-Feb-2011</c:v>
                </c:pt>
                <c:pt idx="74">
                  <c:v>04-Feb-2011</c:v>
                </c:pt>
                <c:pt idx="75">
                  <c:v>05-Feb-2011</c:v>
                </c:pt>
                <c:pt idx="76">
                  <c:v>05-Feb-2011</c:v>
                </c:pt>
                <c:pt idx="77">
                  <c:v>05-Feb-2011</c:v>
                </c:pt>
                <c:pt idx="78">
                  <c:v>06-Feb-2011</c:v>
                </c:pt>
                <c:pt idx="79">
                  <c:v>07-Feb-2011</c:v>
                </c:pt>
                <c:pt idx="80">
                  <c:v>07-Feb-2011</c:v>
                </c:pt>
                <c:pt idx="81">
                  <c:v>08-Feb-2011</c:v>
                </c:pt>
                <c:pt idx="82">
                  <c:v>08-Feb-2011</c:v>
                </c:pt>
                <c:pt idx="83">
                  <c:v>08-Feb-2011</c:v>
                </c:pt>
                <c:pt idx="84">
                  <c:v>09-Feb-2011</c:v>
                </c:pt>
                <c:pt idx="85">
                  <c:v>09-Feb-2011</c:v>
                </c:pt>
                <c:pt idx="86">
                  <c:v>09-Feb-2011</c:v>
                </c:pt>
                <c:pt idx="87">
                  <c:v>10-Feb-2011</c:v>
                </c:pt>
                <c:pt idx="88">
                  <c:v>10-Feb-2011</c:v>
                </c:pt>
                <c:pt idx="89">
                  <c:v>10-Feb-2011</c:v>
                </c:pt>
                <c:pt idx="90">
                  <c:v>11-Feb-2011</c:v>
                </c:pt>
                <c:pt idx="91">
                  <c:v>12-Feb-2011</c:v>
                </c:pt>
                <c:pt idx="92">
                  <c:v>13-Feb-2011</c:v>
                </c:pt>
                <c:pt idx="93">
                  <c:v>13-Feb-2011</c:v>
                </c:pt>
                <c:pt idx="94">
                  <c:v>14-Feb-2011</c:v>
                </c:pt>
                <c:pt idx="95">
                  <c:v>28-Jan-2011</c:v>
                </c:pt>
              </c:strCache>
            </c:strRef>
          </c:xVal>
          <c:yVal>
            <c:numRef>
              <c:f>Outlier!$P$2:$P$97</c:f>
            </c:numRef>
          </c:yVal>
          <c:smooth val="0"/>
          <c:extLst>
            <c:ext xmlns:c16="http://schemas.microsoft.com/office/drawing/2014/chart" uri="{C3380CC4-5D6E-409C-BE32-E72D297353CC}">
              <c16:uniqueId val="{00000002-ACF6-4E0D-98C7-D164ED3902BB}"/>
            </c:ext>
          </c:extLst>
        </c:ser>
        <c:ser>
          <c:idx val="3"/>
          <c:order val="3"/>
          <c:tx>
            <c:strRef>
              <c:f>Outlier!$Q$1</c:f>
              <c:strCache>
                <c:ptCount val="1"/>
                <c:pt idx="0">
                  <c:v>windspeed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strRef>
              <c:f>Outlier!$B$2:$M$97</c:f>
              <c:strCache>
                <c:ptCount val="96"/>
                <c:pt idx="0">
                  <c:v>01-Jan-2011</c:v>
                </c:pt>
                <c:pt idx="1">
                  <c:v>01-Jan-2011</c:v>
                </c:pt>
                <c:pt idx="2">
                  <c:v>01-Jan-2011</c:v>
                </c:pt>
                <c:pt idx="3">
                  <c:v>02-Jan-2011</c:v>
                </c:pt>
                <c:pt idx="4">
                  <c:v>02-Jan-2011</c:v>
                </c:pt>
                <c:pt idx="5">
                  <c:v>02-Jan-2011</c:v>
                </c:pt>
                <c:pt idx="6">
                  <c:v>03-Jan-2011</c:v>
                </c:pt>
                <c:pt idx="7">
                  <c:v>04-Jan-2011</c:v>
                </c:pt>
                <c:pt idx="8">
                  <c:v>04-Jan-2011</c:v>
                </c:pt>
                <c:pt idx="9">
                  <c:v>05-Jan-2011</c:v>
                </c:pt>
                <c:pt idx="10">
                  <c:v>06-Jan-2011</c:v>
                </c:pt>
                <c:pt idx="11">
                  <c:v>06-Jan-2011</c:v>
                </c:pt>
                <c:pt idx="12">
                  <c:v>07-Jan-2011</c:v>
                </c:pt>
                <c:pt idx="13">
                  <c:v>07-Jan-2011</c:v>
                </c:pt>
                <c:pt idx="14">
                  <c:v>07-Jan-2011</c:v>
                </c:pt>
                <c:pt idx="15">
                  <c:v>08-Jan-2011</c:v>
                </c:pt>
                <c:pt idx="16">
                  <c:v>08-Jan-2011</c:v>
                </c:pt>
                <c:pt idx="17">
                  <c:v>08-Jan-2011</c:v>
                </c:pt>
                <c:pt idx="18">
                  <c:v>09-Jan-2011</c:v>
                </c:pt>
                <c:pt idx="19">
                  <c:v>10-Jan-2011</c:v>
                </c:pt>
                <c:pt idx="20">
                  <c:v>10-Jan-2011</c:v>
                </c:pt>
                <c:pt idx="21">
                  <c:v>11-Jan-2011</c:v>
                </c:pt>
                <c:pt idx="22">
                  <c:v>11-Jan-2011</c:v>
                </c:pt>
                <c:pt idx="23">
                  <c:v>11-Jan-2011</c:v>
                </c:pt>
                <c:pt idx="24">
                  <c:v>12-Jan-2011</c:v>
                </c:pt>
                <c:pt idx="25">
                  <c:v>12-Jan-2011</c:v>
                </c:pt>
                <c:pt idx="26">
                  <c:v>13-Jan-2011</c:v>
                </c:pt>
                <c:pt idx="27">
                  <c:v>13-Jan-2011</c:v>
                </c:pt>
                <c:pt idx="28">
                  <c:v>14-Jan-2011</c:v>
                </c:pt>
                <c:pt idx="29">
                  <c:v>14-Jan-2011</c:v>
                </c:pt>
                <c:pt idx="30">
                  <c:v>15-Jan-2011</c:v>
                </c:pt>
                <c:pt idx="31">
                  <c:v>15-Jan-2011</c:v>
                </c:pt>
                <c:pt idx="32">
                  <c:v>16-Jan-2011</c:v>
                </c:pt>
                <c:pt idx="33">
                  <c:v>16-Jan-2011</c:v>
                </c:pt>
                <c:pt idx="34">
                  <c:v>17-Jan-2011</c:v>
                </c:pt>
                <c:pt idx="35">
                  <c:v>17-Jan-2011</c:v>
                </c:pt>
                <c:pt idx="36">
                  <c:v>17-Jan-2011</c:v>
                </c:pt>
                <c:pt idx="37">
                  <c:v>18-Jan-2011</c:v>
                </c:pt>
                <c:pt idx="38">
                  <c:v>19-Jan-2011</c:v>
                </c:pt>
                <c:pt idx="39">
                  <c:v>19-Jan-2011</c:v>
                </c:pt>
                <c:pt idx="40">
                  <c:v>19-Jan-2011</c:v>
                </c:pt>
                <c:pt idx="41">
                  <c:v>20-Jan-2011</c:v>
                </c:pt>
                <c:pt idx="42">
                  <c:v>20-Jan-2011</c:v>
                </c:pt>
                <c:pt idx="43">
                  <c:v>21-Jan-2011</c:v>
                </c:pt>
                <c:pt idx="44">
                  <c:v>21-Jan-2011</c:v>
                </c:pt>
                <c:pt idx="45">
                  <c:v>21-Jan-2011</c:v>
                </c:pt>
                <c:pt idx="46">
                  <c:v>22-Jan-2011</c:v>
                </c:pt>
                <c:pt idx="47">
                  <c:v>22-Jan-2011</c:v>
                </c:pt>
                <c:pt idx="48">
                  <c:v>23-Jan-2011</c:v>
                </c:pt>
                <c:pt idx="49">
                  <c:v>23-Jan-2011</c:v>
                </c:pt>
                <c:pt idx="50">
                  <c:v>24-Jan-2011</c:v>
                </c:pt>
                <c:pt idx="51">
                  <c:v>24-Jan-2011</c:v>
                </c:pt>
                <c:pt idx="52">
                  <c:v>25-Jan-2011</c:v>
                </c:pt>
                <c:pt idx="53">
                  <c:v>25-Jan-2011</c:v>
                </c:pt>
                <c:pt idx="54">
                  <c:v>26-Jan-2011</c:v>
                </c:pt>
                <c:pt idx="55">
                  <c:v>26-Jan-2011</c:v>
                </c:pt>
                <c:pt idx="56">
                  <c:v>26-Jan-2011</c:v>
                </c:pt>
                <c:pt idx="57">
                  <c:v>27-Jan-2011</c:v>
                </c:pt>
                <c:pt idx="58">
                  <c:v>28-Jan-2011</c:v>
                </c:pt>
                <c:pt idx="59">
                  <c:v>28-Jan-2011</c:v>
                </c:pt>
                <c:pt idx="60">
                  <c:v>29-Jan-2011</c:v>
                </c:pt>
                <c:pt idx="61">
                  <c:v>29-Jan-2011</c:v>
                </c:pt>
                <c:pt idx="62">
                  <c:v>30-Jan-2011</c:v>
                </c:pt>
                <c:pt idx="63">
                  <c:v>30-Jan-2011</c:v>
                </c:pt>
                <c:pt idx="64">
                  <c:v>31-Jan-2011</c:v>
                </c:pt>
                <c:pt idx="65">
                  <c:v>31-Jan-2011</c:v>
                </c:pt>
                <c:pt idx="66">
                  <c:v>31-Jan-2011</c:v>
                </c:pt>
                <c:pt idx="67">
                  <c:v>01-Feb-2011</c:v>
                </c:pt>
                <c:pt idx="68">
                  <c:v>01-Feb-2011</c:v>
                </c:pt>
                <c:pt idx="69">
                  <c:v>02-Feb-2011</c:v>
                </c:pt>
                <c:pt idx="70">
                  <c:v>02-Feb-2011</c:v>
                </c:pt>
                <c:pt idx="71">
                  <c:v>02-Feb-2011</c:v>
                </c:pt>
                <c:pt idx="72">
                  <c:v>03-Feb-2011</c:v>
                </c:pt>
                <c:pt idx="73">
                  <c:v>04-Feb-2011</c:v>
                </c:pt>
                <c:pt idx="74">
                  <c:v>04-Feb-2011</c:v>
                </c:pt>
                <c:pt idx="75">
                  <c:v>05-Feb-2011</c:v>
                </c:pt>
                <c:pt idx="76">
                  <c:v>05-Feb-2011</c:v>
                </c:pt>
                <c:pt idx="77">
                  <c:v>05-Feb-2011</c:v>
                </c:pt>
                <c:pt idx="78">
                  <c:v>06-Feb-2011</c:v>
                </c:pt>
                <c:pt idx="79">
                  <c:v>07-Feb-2011</c:v>
                </c:pt>
                <c:pt idx="80">
                  <c:v>07-Feb-2011</c:v>
                </c:pt>
                <c:pt idx="81">
                  <c:v>08-Feb-2011</c:v>
                </c:pt>
                <c:pt idx="82">
                  <c:v>08-Feb-2011</c:v>
                </c:pt>
                <c:pt idx="83">
                  <c:v>08-Feb-2011</c:v>
                </c:pt>
                <c:pt idx="84">
                  <c:v>09-Feb-2011</c:v>
                </c:pt>
                <c:pt idx="85">
                  <c:v>09-Feb-2011</c:v>
                </c:pt>
                <c:pt idx="86">
                  <c:v>09-Feb-2011</c:v>
                </c:pt>
                <c:pt idx="87">
                  <c:v>10-Feb-2011</c:v>
                </c:pt>
                <c:pt idx="88">
                  <c:v>10-Feb-2011</c:v>
                </c:pt>
                <c:pt idx="89">
                  <c:v>10-Feb-2011</c:v>
                </c:pt>
                <c:pt idx="90">
                  <c:v>11-Feb-2011</c:v>
                </c:pt>
                <c:pt idx="91">
                  <c:v>12-Feb-2011</c:v>
                </c:pt>
                <c:pt idx="92">
                  <c:v>13-Feb-2011</c:v>
                </c:pt>
                <c:pt idx="93">
                  <c:v>13-Feb-2011</c:v>
                </c:pt>
                <c:pt idx="94">
                  <c:v>14-Feb-2011</c:v>
                </c:pt>
                <c:pt idx="95">
                  <c:v>28-Jan-2011</c:v>
                </c:pt>
              </c:strCache>
            </c:strRef>
          </c:xVal>
          <c:yVal>
            <c:numRef>
              <c:f>Outlier!$Q$2:$Q$97</c:f>
            </c:numRef>
          </c:yVal>
          <c:smooth val="0"/>
          <c:extLst>
            <c:ext xmlns:c16="http://schemas.microsoft.com/office/drawing/2014/chart" uri="{C3380CC4-5D6E-409C-BE32-E72D297353CC}">
              <c16:uniqueId val="{00000003-ACF6-4E0D-98C7-D164ED3902BB}"/>
            </c:ext>
          </c:extLst>
        </c:ser>
        <c:ser>
          <c:idx val="4"/>
          <c:order val="4"/>
          <c:tx>
            <c:strRef>
              <c:f>Outlier!$R$1</c:f>
              <c:strCache>
                <c:ptCount val="1"/>
                <c:pt idx="0">
                  <c:v>casual</c:v>
                </c:pt>
              </c:strCache>
            </c:strRef>
          </c:tx>
          <c:spPr>
            <a:ln w="190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strRef>
              <c:f>Outlier!$B$2:$M$97</c:f>
              <c:strCache>
                <c:ptCount val="96"/>
                <c:pt idx="0">
                  <c:v>01-Jan-2011</c:v>
                </c:pt>
                <c:pt idx="1">
                  <c:v>01-Jan-2011</c:v>
                </c:pt>
                <c:pt idx="2">
                  <c:v>01-Jan-2011</c:v>
                </c:pt>
                <c:pt idx="3">
                  <c:v>02-Jan-2011</c:v>
                </c:pt>
                <c:pt idx="4">
                  <c:v>02-Jan-2011</c:v>
                </c:pt>
                <c:pt idx="5">
                  <c:v>02-Jan-2011</c:v>
                </c:pt>
                <c:pt idx="6">
                  <c:v>03-Jan-2011</c:v>
                </c:pt>
                <c:pt idx="7">
                  <c:v>04-Jan-2011</c:v>
                </c:pt>
                <c:pt idx="8">
                  <c:v>04-Jan-2011</c:v>
                </c:pt>
                <c:pt idx="9">
                  <c:v>05-Jan-2011</c:v>
                </c:pt>
                <c:pt idx="10">
                  <c:v>06-Jan-2011</c:v>
                </c:pt>
                <c:pt idx="11">
                  <c:v>06-Jan-2011</c:v>
                </c:pt>
                <c:pt idx="12">
                  <c:v>07-Jan-2011</c:v>
                </c:pt>
                <c:pt idx="13">
                  <c:v>07-Jan-2011</c:v>
                </c:pt>
                <c:pt idx="14">
                  <c:v>07-Jan-2011</c:v>
                </c:pt>
                <c:pt idx="15">
                  <c:v>08-Jan-2011</c:v>
                </c:pt>
                <c:pt idx="16">
                  <c:v>08-Jan-2011</c:v>
                </c:pt>
                <c:pt idx="17">
                  <c:v>08-Jan-2011</c:v>
                </c:pt>
                <c:pt idx="18">
                  <c:v>09-Jan-2011</c:v>
                </c:pt>
                <c:pt idx="19">
                  <c:v>10-Jan-2011</c:v>
                </c:pt>
                <c:pt idx="20">
                  <c:v>10-Jan-2011</c:v>
                </c:pt>
                <c:pt idx="21">
                  <c:v>11-Jan-2011</c:v>
                </c:pt>
                <c:pt idx="22">
                  <c:v>11-Jan-2011</c:v>
                </c:pt>
                <c:pt idx="23">
                  <c:v>11-Jan-2011</c:v>
                </c:pt>
                <c:pt idx="24">
                  <c:v>12-Jan-2011</c:v>
                </c:pt>
                <c:pt idx="25">
                  <c:v>12-Jan-2011</c:v>
                </c:pt>
                <c:pt idx="26">
                  <c:v>13-Jan-2011</c:v>
                </c:pt>
                <c:pt idx="27">
                  <c:v>13-Jan-2011</c:v>
                </c:pt>
                <c:pt idx="28">
                  <c:v>14-Jan-2011</c:v>
                </c:pt>
                <c:pt idx="29">
                  <c:v>14-Jan-2011</c:v>
                </c:pt>
                <c:pt idx="30">
                  <c:v>15-Jan-2011</c:v>
                </c:pt>
                <c:pt idx="31">
                  <c:v>15-Jan-2011</c:v>
                </c:pt>
                <c:pt idx="32">
                  <c:v>16-Jan-2011</c:v>
                </c:pt>
                <c:pt idx="33">
                  <c:v>16-Jan-2011</c:v>
                </c:pt>
                <c:pt idx="34">
                  <c:v>17-Jan-2011</c:v>
                </c:pt>
                <c:pt idx="35">
                  <c:v>17-Jan-2011</c:v>
                </c:pt>
                <c:pt idx="36">
                  <c:v>17-Jan-2011</c:v>
                </c:pt>
                <c:pt idx="37">
                  <c:v>18-Jan-2011</c:v>
                </c:pt>
                <c:pt idx="38">
                  <c:v>19-Jan-2011</c:v>
                </c:pt>
                <c:pt idx="39">
                  <c:v>19-Jan-2011</c:v>
                </c:pt>
                <c:pt idx="40">
                  <c:v>19-Jan-2011</c:v>
                </c:pt>
                <c:pt idx="41">
                  <c:v>20-Jan-2011</c:v>
                </c:pt>
                <c:pt idx="42">
                  <c:v>20-Jan-2011</c:v>
                </c:pt>
                <c:pt idx="43">
                  <c:v>21-Jan-2011</c:v>
                </c:pt>
                <c:pt idx="44">
                  <c:v>21-Jan-2011</c:v>
                </c:pt>
                <c:pt idx="45">
                  <c:v>21-Jan-2011</c:v>
                </c:pt>
                <c:pt idx="46">
                  <c:v>22-Jan-2011</c:v>
                </c:pt>
                <c:pt idx="47">
                  <c:v>22-Jan-2011</c:v>
                </c:pt>
                <c:pt idx="48">
                  <c:v>23-Jan-2011</c:v>
                </c:pt>
                <c:pt idx="49">
                  <c:v>23-Jan-2011</c:v>
                </c:pt>
                <c:pt idx="50">
                  <c:v>24-Jan-2011</c:v>
                </c:pt>
                <c:pt idx="51">
                  <c:v>24-Jan-2011</c:v>
                </c:pt>
                <c:pt idx="52">
                  <c:v>25-Jan-2011</c:v>
                </c:pt>
                <c:pt idx="53">
                  <c:v>25-Jan-2011</c:v>
                </c:pt>
                <c:pt idx="54">
                  <c:v>26-Jan-2011</c:v>
                </c:pt>
                <c:pt idx="55">
                  <c:v>26-Jan-2011</c:v>
                </c:pt>
                <c:pt idx="56">
                  <c:v>26-Jan-2011</c:v>
                </c:pt>
                <c:pt idx="57">
                  <c:v>27-Jan-2011</c:v>
                </c:pt>
                <c:pt idx="58">
                  <c:v>28-Jan-2011</c:v>
                </c:pt>
                <c:pt idx="59">
                  <c:v>28-Jan-2011</c:v>
                </c:pt>
                <c:pt idx="60">
                  <c:v>29-Jan-2011</c:v>
                </c:pt>
                <c:pt idx="61">
                  <c:v>29-Jan-2011</c:v>
                </c:pt>
                <c:pt idx="62">
                  <c:v>30-Jan-2011</c:v>
                </c:pt>
                <c:pt idx="63">
                  <c:v>30-Jan-2011</c:v>
                </c:pt>
                <c:pt idx="64">
                  <c:v>31-Jan-2011</c:v>
                </c:pt>
                <c:pt idx="65">
                  <c:v>31-Jan-2011</c:v>
                </c:pt>
                <c:pt idx="66">
                  <c:v>31-Jan-2011</c:v>
                </c:pt>
                <c:pt idx="67">
                  <c:v>01-Feb-2011</c:v>
                </c:pt>
                <c:pt idx="68">
                  <c:v>01-Feb-2011</c:v>
                </c:pt>
                <c:pt idx="69">
                  <c:v>02-Feb-2011</c:v>
                </c:pt>
                <c:pt idx="70">
                  <c:v>02-Feb-2011</c:v>
                </c:pt>
                <c:pt idx="71">
                  <c:v>02-Feb-2011</c:v>
                </c:pt>
                <c:pt idx="72">
                  <c:v>03-Feb-2011</c:v>
                </c:pt>
                <c:pt idx="73">
                  <c:v>04-Feb-2011</c:v>
                </c:pt>
                <c:pt idx="74">
                  <c:v>04-Feb-2011</c:v>
                </c:pt>
                <c:pt idx="75">
                  <c:v>05-Feb-2011</c:v>
                </c:pt>
                <c:pt idx="76">
                  <c:v>05-Feb-2011</c:v>
                </c:pt>
                <c:pt idx="77">
                  <c:v>05-Feb-2011</c:v>
                </c:pt>
                <c:pt idx="78">
                  <c:v>06-Feb-2011</c:v>
                </c:pt>
                <c:pt idx="79">
                  <c:v>07-Feb-2011</c:v>
                </c:pt>
                <c:pt idx="80">
                  <c:v>07-Feb-2011</c:v>
                </c:pt>
                <c:pt idx="81">
                  <c:v>08-Feb-2011</c:v>
                </c:pt>
                <c:pt idx="82">
                  <c:v>08-Feb-2011</c:v>
                </c:pt>
                <c:pt idx="83">
                  <c:v>08-Feb-2011</c:v>
                </c:pt>
                <c:pt idx="84">
                  <c:v>09-Feb-2011</c:v>
                </c:pt>
                <c:pt idx="85">
                  <c:v>09-Feb-2011</c:v>
                </c:pt>
                <c:pt idx="86">
                  <c:v>09-Feb-2011</c:v>
                </c:pt>
                <c:pt idx="87">
                  <c:v>10-Feb-2011</c:v>
                </c:pt>
                <c:pt idx="88">
                  <c:v>10-Feb-2011</c:v>
                </c:pt>
                <c:pt idx="89">
                  <c:v>10-Feb-2011</c:v>
                </c:pt>
                <c:pt idx="90">
                  <c:v>11-Feb-2011</c:v>
                </c:pt>
                <c:pt idx="91">
                  <c:v>12-Feb-2011</c:v>
                </c:pt>
                <c:pt idx="92">
                  <c:v>13-Feb-2011</c:v>
                </c:pt>
                <c:pt idx="93">
                  <c:v>13-Feb-2011</c:v>
                </c:pt>
                <c:pt idx="94">
                  <c:v>14-Feb-2011</c:v>
                </c:pt>
                <c:pt idx="95">
                  <c:v>28-Jan-2011</c:v>
                </c:pt>
              </c:strCache>
            </c:strRef>
          </c:xVal>
          <c:yVal>
            <c:numRef>
              <c:f>Outlier!$R$2:$R$97</c:f>
            </c:numRef>
          </c:yVal>
          <c:smooth val="0"/>
          <c:extLst>
            <c:ext xmlns:c16="http://schemas.microsoft.com/office/drawing/2014/chart" uri="{C3380CC4-5D6E-409C-BE32-E72D297353CC}">
              <c16:uniqueId val="{00000004-ACF6-4E0D-98C7-D164ED3902BB}"/>
            </c:ext>
          </c:extLst>
        </c:ser>
        <c:ser>
          <c:idx val="5"/>
          <c:order val="5"/>
          <c:tx>
            <c:strRef>
              <c:f>Outlier!$S$1</c:f>
              <c:strCache>
                <c:ptCount val="1"/>
                <c:pt idx="0">
                  <c:v>registered</c:v>
                </c:pt>
              </c:strCache>
            </c:strRef>
          </c:tx>
          <c:spPr>
            <a:ln w="190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strRef>
              <c:f>Outlier!$B$2:$M$97</c:f>
              <c:strCache>
                <c:ptCount val="96"/>
                <c:pt idx="0">
                  <c:v>01-Jan-2011</c:v>
                </c:pt>
                <c:pt idx="1">
                  <c:v>01-Jan-2011</c:v>
                </c:pt>
                <c:pt idx="2">
                  <c:v>01-Jan-2011</c:v>
                </c:pt>
                <c:pt idx="3">
                  <c:v>02-Jan-2011</c:v>
                </c:pt>
                <c:pt idx="4">
                  <c:v>02-Jan-2011</c:v>
                </c:pt>
                <c:pt idx="5">
                  <c:v>02-Jan-2011</c:v>
                </c:pt>
                <c:pt idx="6">
                  <c:v>03-Jan-2011</c:v>
                </c:pt>
                <c:pt idx="7">
                  <c:v>04-Jan-2011</c:v>
                </c:pt>
                <c:pt idx="8">
                  <c:v>04-Jan-2011</c:v>
                </c:pt>
                <c:pt idx="9">
                  <c:v>05-Jan-2011</c:v>
                </c:pt>
                <c:pt idx="10">
                  <c:v>06-Jan-2011</c:v>
                </c:pt>
                <c:pt idx="11">
                  <c:v>06-Jan-2011</c:v>
                </c:pt>
                <c:pt idx="12">
                  <c:v>07-Jan-2011</c:v>
                </c:pt>
                <c:pt idx="13">
                  <c:v>07-Jan-2011</c:v>
                </c:pt>
                <c:pt idx="14">
                  <c:v>07-Jan-2011</c:v>
                </c:pt>
                <c:pt idx="15">
                  <c:v>08-Jan-2011</c:v>
                </c:pt>
                <c:pt idx="16">
                  <c:v>08-Jan-2011</c:v>
                </c:pt>
                <c:pt idx="17">
                  <c:v>08-Jan-2011</c:v>
                </c:pt>
                <c:pt idx="18">
                  <c:v>09-Jan-2011</c:v>
                </c:pt>
                <c:pt idx="19">
                  <c:v>10-Jan-2011</c:v>
                </c:pt>
                <c:pt idx="20">
                  <c:v>10-Jan-2011</c:v>
                </c:pt>
                <c:pt idx="21">
                  <c:v>11-Jan-2011</c:v>
                </c:pt>
                <c:pt idx="22">
                  <c:v>11-Jan-2011</c:v>
                </c:pt>
                <c:pt idx="23">
                  <c:v>11-Jan-2011</c:v>
                </c:pt>
                <c:pt idx="24">
                  <c:v>12-Jan-2011</c:v>
                </c:pt>
                <c:pt idx="25">
                  <c:v>12-Jan-2011</c:v>
                </c:pt>
                <c:pt idx="26">
                  <c:v>13-Jan-2011</c:v>
                </c:pt>
                <c:pt idx="27">
                  <c:v>13-Jan-2011</c:v>
                </c:pt>
                <c:pt idx="28">
                  <c:v>14-Jan-2011</c:v>
                </c:pt>
                <c:pt idx="29">
                  <c:v>14-Jan-2011</c:v>
                </c:pt>
                <c:pt idx="30">
                  <c:v>15-Jan-2011</c:v>
                </c:pt>
                <c:pt idx="31">
                  <c:v>15-Jan-2011</c:v>
                </c:pt>
                <c:pt idx="32">
                  <c:v>16-Jan-2011</c:v>
                </c:pt>
                <c:pt idx="33">
                  <c:v>16-Jan-2011</c:v>
                </c:pt>
                <c:pt idx="34">
                  <c:v>17-Jan-2011</c:v>
                </c:pt>
                <c:pt idx="35">
                  <c:v>17-Jan-2011</c:v>
                </c:pt>
                <c:pt idx="36">
                  <c:v>17-Jan-2011</c:v>
                </c:pt>
                <c:pt idx="37">
                  <c:v>18-Jan-2011</c:v>
                </c:pt>
                <c:pt idx="38">
                  <c:v>19-Jan-2011</c:v>
                </c:pt>
                <c:pt idx="39">
                  <c:v>19-Jan-2011</c:v>
                </c:pt>
                <c:pt idx="40">
                  <c:v>19-Jan-2011</c:v>
                </c:pt>
                <c:pt idx="41">
                  <c:v>20-Jan-2011</c:v>
                </c:pt>
                <c:pt idx="42">
                  <c:v>20-Jan-2011</c:v>
                </c:pt>
                <c:pt idx="43">
                  <c:v>21-Jan-2011</c:v>
                </c:pt>
                <c:pt idx="44">
                  <c:v>21-Jan-2011</c:v>
                </c:pt>
                <c:pt idx="45">
                  <c:v>21-Jan-2011</c:v>
                </c:pt>
                <c:pt idx="46">
                  <c:v>22-Jan-2011</c:v>
                </c:pt>
                <c:pt idx="47">
                  <c:v>22-Jan-2011</c:v>
                </c:pt>
                <c:pt idx="48">
                  <c:v>23-Jan-2011</c:v>
                </c:pt>
                <c:pt idx="49">
                  <c:v>23-Jan-2011</c:v>
                </c:pt>
                <c:pt idx="50">
                  <c:v>24-Jan-2011</c:v>
                </c:pt>
                <c:pt idx="51">
                  <c:v>24-Jan-2011</c:v>
                </c:pt>
                <c:pt idx="52">
                  <c:v>25-Jan-2011</c:v>
                </c:pt>
                <c:pt idx="53">
                  <c:v>25-Jan-2011</c:v>
                </c:pt>
                <c:pt idx="54">
                  <c:v>26-Jan-2011</c:v>
                </c:pt>
                <c:pt idx="55">
                  <c:v>26-Jan-2011</c:v>
                </c:pt>
                <c:pt idx="56">
                  <c:v>26-Jan-2011</c:v>
                </c:pt>
                <c:pt idx="57">
                  <c:v>27-Jan-2011</c:v>
                </c:pt>
                <c:pt idx="58">
                  <c:v>28-Jan-2011</c:v>
                </c:pt>
                <c:pt idx="59">
                  <c:v>28-Jan-2011</c:v>
                </c:pt>
                <c:pt idx="60">
                  <c:v>29-Jan-2011</c:v>
                </c:pt>
                <c:pt idx="61">
                  <c:v>29-Jan-2011</c:v>
                </c:pt>
                <c:pt idx="62">
                  <c:v>30-Jan-2011</c:v>
                </c:pt>
                <c:pt idx="63">
                  <c:v>30-Jan-2011</c:v>
                </c:pt>
                <c:pt idx="64">
                  <c:v>31-Jan-2011</c:v>
                </c:pt>
                <c:pt idx="65">
                  <c:v>31-Jan-2011</c:v>
                </c:pt>
                <c:pt idx="66">
                  <c:v>31-Jan-2011</c:v>
                </c:pt>
                <c:pt idx="67">
                  <c:v>01-Feb-2011</c:v>
                </c:pt>
                <c:pt idx="68">
                  <c:v>01-Feb-2011</c:v>
                </c:pt>
                <c:pt idx="69">
                  <c:v>02-Feb-2011</c:v>
                </c:pt>
                <c:pt idx="70">
                  <c:v>02-Feb-2011</c:v>
                </c:pt>
                <c:pt idx="71">
                  <c:v>02-Feb-2011</c:v>
                </c:pt>
                <c:pt idx="72">
                  <c:v>03-Feb-2011</c:v>
                </c:pt>
                <c:pt idx="73">
                  <c:v>04-Feb-2011</c:v>
                </c:pt>
                <c:pt idx="74">
                  <c:v>04-Feb-2011</c:v>
                </c:pt>
                <c:pt idx="75">
                  <c:v>05-Feb-2011</c:v>
                </c:pt>
                <c:pt idx="76">
                  <c:v>05-Feb-2011</c:v>
                </c:pt>
                <c:pt idx="77">
                  <c:v>05-Feb-2011</c:v>
                </c:pt>
                <c:pt idx="78">
                  <c:v>06-Feb-2011</c:v>
                </c:pt>
                <c:pt idx="79">
                  <c:v>07-Feb-2011</c:v>
                </c:pt>
                <c:pt idx="80">
                  <c:v>07-Feb-2011</c:v>
                </c:pt>
                <c:pt idx="81">
                  <c:v>08-Feb-2011</c:v>
                </c:pt>
                <c:pt idx="82">
                  <c:v>08-Feb-2011</c:v>
                </c:pt>
                <c:pt idx="83">
                  <c:v>08-Feb-2011</c:v>
                </c:pt>
                <c:pt idx="84">
                  <c:v>09-Feb-2011</c:v>
                </c:pt>
                <c:pt idx="85">
                  <c:v>09-Feb-2011</c:v>
                </c:pt>
                <c:pt idx="86">
                  <c:v>09-Feb-2011</c:v>
                </c:pt>
                <c:pt idx="87">
                  <c:v>10-Feb-2011</c:v>
                </c:pt>
                <c:pt idx="88">
                  <c:v>10-Feb-2011</c:v>
                </c:pt>
                <c:pt idx="89">
                  <c:v>10-Feb-2011</c:v>
                </c:pt>
                <c:pt idx="90">
                  <c:v>11-Feb-2011</c:v>
                </c:pt>
                <c:pt idx="91">
                  <c:v>12-Feb-2011</c:v>
                </c:pt>
                <c:pt idx="92">
                  <c:v>13-Feb-2011</c:v>
                </c:pt>
                <c:pt idx="93">
                  <c:v>13-Feb-2011</c:v>
                </c:pt>
                <c:pt idx="94">
                  <c:v>14-Feb-2011</c:v>
                </c:pt>
                <c:pt idx="95">
                  <c:v>28-Jan-2011</c:v>
                </c:pt>
              </c:strCache>
            </c:strRef>
          </c:xVal>
          <c:yVal>
            <c:numRef>
              <c:f>Outlier!$S$2:$S$97</c:f>
            </c:numRef>
          </c:yVal>
          <c:smooth val="0"/>
          <c:extLst>
            <c:ext xmlns:c16="http://schemas.microsoft.com/office/drawing/2014/chart" uri="{C3380CC4-5D6E-409C-BE32-E72D297353CC}">
              <c16:uniqueId val="{00000005-ACF6-4E0D-98C7-D164ED3902BB}"/>
            </c:ext>
          </c:extLst>
        </c:ser>
        <c:ser>
          <c:idx val="6"/>
          <c:order val="6"/>
          <c:tx>
            <c:strRef>
              <c:f>Outlier!$T$1</c:f>
              <c:strCache>
                <c:ptCount val="1"/>
                <c:pt idx="0">
                  <c:v>Total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dLbls>
            <c:dLbl>
              <c:idx val="17"/>
              <c:tx>
                <c:rich>
                  <a:bodyPr/>
                  <a:lstStyle/>
                  <a:p>
                    <a:fld id="{483F499F-8722-4BEC-9FE8-C613D64A1CA8}" type="YVALUE">
                      <a:rPr lang="en-US" b="1">
                        <a:solidFill>
                          <a:srgbClr val="FF0000"/>
                        </a:solidFill>
                      </a:rPr>
                      <a:pPr/>
                      <a:t>[Y VALUE]</a:t>
                    </a:fld>
                    <a:endParaRPr lang="en-IN"/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ACF6-4E0D-98C7-D164ED3902BB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fld id="{0644C476-DBBE-44C8-BE9A-EB5C796D9F89}" type="YVALUE">
                      <a:rPr lang="en-US" b="1">
                        <a:solidFill>
                          <a:srgbClr val="FF0000"/>
                        </a:solidFill>
                      </a:rPr>
                      <a:pPr/>
                      <a:t>[Y VALUE]</a:t>
                    </a:fld>
                    <a:endParaRPr lang="en-IN"/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ACF6-4E0D-98C7-D164ED3902BB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fld id="{8C260BDE-444A-46F5-AF45-D7C060DC272A}" type="YVALUE">
                      <a:rPr lang="en-US" b="1">
                        <a:solidFill>
                          <a:srgbClr val="FF0000"/>
                        </a:solidFill>
                      </a:rPr>
                      <a:pPr/>
                      <a:t>[Y VALUE]</a:t>
                    </a:fld>
                    <a:endParaRPr lang="en-IN"/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8-ACF6-4E0D-98C7-D164ED3902BB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fld id="{69E95225-4B93-444D-A338-0A217E23D430}" type="YVALUE">
                      <a:rPr lang="en-US" b="1">
                        <a:solidFill>
                          <a:srgbClr val="FF0000"/>
                        </a:solidFill>
                      </a:rPr>
                      <a:pPr/>
                      <a:t>[Y VALUE]</a:t>
                    </a:fld>
                    <a:endParaRPr lang="en-IN"/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9-ACF6-4E0D-98C7-D164ED3902BB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fld id="{244BC2A9-8042-477A-A122-97F6E08B1A91}" type="YVALUE">
                      <a:rPr lang="en-US" b="1">
                        <a:solidFill>
                          <a:srgbClr val="FF0000"/>
                        </a:solidFill>
                      </a:rPr>
                      <a:pPr/>
                      <a:t>[Y VALUE]</a:t>
                    </a:fld>
                    <a:endParaRPr lang="en-IN"/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A-ACF6-4E0D-98C7-D164ED3902BB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fld id="{74E2E2BF-A7D0-42A4-AF2F-E83CCE90158E}" type="YVALUE">
                      <a:rPr lang="en-US" b="1">
                        <a:solidFill>
                          <a:srgbClr val="FF0000"/>
                        </a:solidFill>
                      </a:rPr>
                      <a:pPr/>
                      <a:t>[Y VALUE]</a:t>
                    </a:fld>
                    <a:endParaRPr lang="en-IN"/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B-ACF6-4E0D-98C7-D164ED3902BB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fld id="{3387520B-B0FD-4935-91D8-7AC75C932BFB}" type="YVALUE">
                      <a:rPr lang="en-US" b="1">
                        <a:solidFill>
                          <a:srgbClr val="FF0000"/>
                        </a:solidFill>
                      </a:rPr>
                      <a:pPr/>
                      <a:t>[Y VALUE]</a:t>
                    </a:fld>
                    <a:endParaRPr lang="en-IN"/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C-ACF6-4E0D-98C7-D164ED3902BB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fld id="{26F5D62B-93D7-4EE0-A4BB-6F7587B47A2D}" type="YVALUE">
                      <a:rPr lang="en-US" b="1">
                        <a:solidFill>
                          <a:srgbClr val="FF0000"/>
                        </a:solidFill>
                      </a:rPr>
                      <a:pPr/>
                      <a:t>[Y VALUE]</a:t>
                    </a:fld>
                    <a:endParaRPr lang="en-IN"/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D-ACF6-4E0D-98C7-D164ED3902BB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fld id="{3F4E4DEA-7F70-4447-968E-514EDC39D7A0}" type="YVALUE">
                      <a:rPr lang="en-US" b="1">
                        <a:solidFill>
                          <a:srgbClr val="FF0000"/>
                        </a:solidFill>
                      </a:rPr>
                      <a:pPr/>
                      <a:t>[Y VALUE]</a:t>
                    </a:fld>
                    <a:endParaRPr lang="en-IN"/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E-ACF6-4E0D-98C7-D164ED3902B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trendline>
            <c:spPr>
              <a:ln w="19050" cap="rnd">
                <a:solidFill>
                  <a:schemeClr val="accent1">
                    <a:lumMod val="60000"/>
                  </a:schemeClr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>
                    <a:lumMod val="60000"/>
                  </a:schemeClr>
                </a:solidFill>
                <a:prstDash val="sysDot"/>
              </a:ln>
              <a:effectLst/>
            </c:spPr>
            <c:trendlineType val="exp"/>
            <c:dispRSqr val="0"/>
            <c:dispEq val="0"/>
          </c:trendline>
          <c:trendline>
            <c:spPr>
              <a:ln w="19050" cap="rnd">
                <a:solidFill>
                  <a:schemeClr val="accent1">
                    <a:lumMod val="60000"/>
                  </a:schemeClr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>
                    <a:lumMod val="60000"/>
                  </a:schemeClr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>
                    <a:lumMod val="60000"/>
                  </a:schemeClr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>
                    <a:lumMod val="60000"/>
                  </a:schemeClr>
                </a:solidFill>
                <a:prstDash val="sysDot"/>
              </a:ln>
              <a:effectLst/>
            </c:spPr>
            <c:trendlineType val="poly"/>
            <c:order val="6"/>
            <c:forward val="2"/>
            <c:dispRSqr val="1"/>
            <c:dispEq val="0"/>
            <c:trendlineLbl>
              <c:layout>
                <c:manualLayout>
                  <c:x val="-0.63161210556075986"/>
                  <c:y val="-0.67867468813589316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accent5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trendline>
            <c:spPr>
              <a:ln w="19050" cap="rnd">
                <a:solidFill>
                  <a:schemeClr val="accent1">
                    <a:lumMod val="60000"/>
                  </a:schemeClr>
                </a:solidFill>
                <a:prstDash val="sysDot"/>
              </a:ln>
              <a:effectLst/>
            </c:spPr>
            <c:trendlineType val="exp"/>
            <c:dispRSqr val="0"/>
            <c:dispEq val="0"/>
          </c:trendline>
          <c:trendline>
            <c:spPr>
              <a:ln w="19050" cap="rnd">
                <a:solidFill>
                  <a:schemeClr val="accent1">
                    <a:lumMod val="60000"/>
                  </a:schemeClr>
                </a:solidFill>
                <a:prstDash val="sysDot"/>
              </a:ln>
              <a:effectLst/>
            </c:spPr>
            <c:trendlineType val="exp"/>
            <c:dispRSqr val="0"/>
            <c:dispEq val="0"/>
          </c:trendline>
          <c:trendline>
            <c:spPr>
              <a:ln w="19050" cap="rnd">
                <a:solidFill>
                  <a:schemeClr val="accent1">
                    <a:lumMod val="60000"/>
                  </a:schemeClr>
                </a:solidFill>
                <a:prstDash val="sysDot"/>
              </a:ln>
              <a:effectLst/>
            </c:spPr>
            <c:trendlineType val="exp"/>
            <c:dispRSqr val="0"/>
            <c:dispEq val="0"/>
          </c:trendline>
          <c:trendline>
            <c:spPr>
              <a:ln w="19050" cap="rnd">
                <a:solidFill>
                  <a:schemeClr val="accent1">
                    <a:lumMod val="60000"/>
                  </a:schemeClr>
                </a:solidFill>
                <a:prstDash val="sysDot"/>
              </a:ln>
              <a:effectLst/>
            </c:spPr>
            <c:trendlineType val="exp"/>
            <c:dispRSqr val="0"/>
            <c:dispEq val="0"/>
          </c:trendline>
          <c:trendline>
            <c:spPr>
              <a:ln w="19050" cap="rnd">
                <a:solidFill>
                  <a:schemeClr val="accent1">
                    <a:lumMod val="60000"/>
                  </a:schemeClr>
                </a:solidFill>
                <a:prstDash val="sysDot"/>
              </a:ln>
              <a:effectLst/>
            </c:spPr>
            <c:trendlineType val="exp"/>
            <c:dispRSqr val="0"/>
            <c:dispEq val="0"/>
          </c:trendline>
          <c:trendline>
            <c:spPr>
              <a:ln w="19050" cap="rnd">
                <a:solidFill>
                  <a:schemeClr val="accent1">
                    <a:lumMod val="60000"/>
                  </a:schemeClr>
                </a:solidFill>
                <a:prstDash val="sysDot"/>
              </a:ln>
              <a:effectLst/>
            </c:spPr>
            <c:trendlineType val="exp"/>
            <c:dispRSqr val="0"/>
            <c:dispEq val="0"/>
          </c:trendline>
          <c:xVal>
            <c:strRef>
              <c:f>Outlier!$B$2:$M$97</c:f>
              <c:strCache>
                <c:ptCount val="96"/>
                <c:pt idx="0">
                  <c:v>01-Jan-2011</c:v>
                </c:pt>
                <c:pt idx="1">
                  <c:v>01-Jan-2011</c:v>
                </c:pt>
                <c:pt idx="2">
                  <c:v>01-Jan-2011</c:v>
                </c:pt>
                <c:pt idx="3">
                  <c:v>02-Jan-2011</c:v>
                </c:pt>
                <c:pt idx="4">
                  <c:v>02-Jan-2011</c:v>
                </c:pt>
                <c:pt idx="5">
                  <c:v>02-Jan-2011</c:v>
                </c:pt>
                <c:pt idx="6">
                  <c:v>03-Jan-2011</c:v>
                </c:pt>
                <c:pt idx="7">
                  <c:v>04-Jan-2011</c:v>
                </c:pt>
                <c:pt idx="8">
                  <c:v>04-Jan-2011</c:v>
                </c:pt>
                <c:pt idx="9">
                  <c:v>05-Jan-2011</c:v>
                </c:pt>
                <c:pt idx="10">
                  <c:v>06-Jan-2011</c:v>
                </c:pt>
                <c:pt idx="11">
                  <c:v>06-Jan-2011</c:v>
                </c:pt>
                <c:pt idx="12">
                  <c:v>07-Jan-2011</c:v>
                </c:pt>
                <c:pt idx="13">
                  <c:v>07-Jan-2011</c:v>
                </c:pt>
                <c:pt idx="14">
                  <c:v>07-Jan-2011</c:v>
                </c:pt>
                <c:pt idx="15">
                  <c:v>08-Jan-2011</c:v>
                </c:pt>
                <c:pt idx="16">
                  <c:v>08-Jan-2011</c:v>
                </c:pt>
                <c:pt idx="17">
                  <c:v>08-Jan-2011</c:v>
                </c:pt>
                <c:pt idx="18">
                  <c:v>09-Jan-2011</c:v>
                </c:pt>
                <c:pt idx="19">
                  <c:v>10-Jan-2011</c:v>
                </c:pt>
                <c:pt idx="20">
                  <c:v>10-Jan-2011</c:v>
                </c:pt>
                <c:pt idx="21">
                  <c:v>11-Jan-2011</c:v>
                </c:pt>
                <c:pt idx="22">
                  <c:v>11-Jan-2011</c:v>
                </c:pt>
                <c:pt idx="23">
                  <c:v>11-Jan-2011</c:v>
                </c:pt>
                <c:pt idx="24">
                  <c:v>12-Jan-2011</c:v>
                </c:pt>
                <c:pt idx="25">
                  <c:v>12-Jan-2011</c:v>
                </c:pt>
                <c:pt idx="26">
                  <c:v>13-Jan-2011</c:v>
                </c:pt>
                <c:pt idx="27">
                  <c:v>13-Jan-2011</c:v>
                </c:pt>
                <c:pt idx="28">
                  <c:v>14-Jan-2011</c:v>
                </c:pt>
                <c:pt idx="29">
                  <c:v>14-Jan-2011</c:v>
                </c:pt>
                <c:pt idx="30">
                  <c:v>15-Jan-2011</c:v>
                </c:pt>
                <c:pt idx="31">
                  <c:v>15-Jan-2011</c:v>
                </c:pt>
                <c:pt idx="32">
                  <c:v>16-Jan-2011</c:v>
                </c:pt>
                <c:pt idx="33">
                  <c:v>16-Jan-2011</c:v>
                </c:pt>
                <c:pt idx="34">
                  <c:v>17-Jan-2011</c:v>
                </c:pt>
                <c:pt idx="35">
                  <c:v>17-Jan-2011</c:v>
                </c:pt>
                <c:pt idx="36">
                  <c:v>17-Jan-2011</c:v>
                </c:pt>
                <c:pt idx="37">
                  <c:v>18-Jan-2011</c:v>
                </c:pt>
                <c:pt idx="38">
                  <c:v>19-Jan-2011</c:v>
                </c:pt>
                <c:pt idx="39">
                  <c:v>19-Jan-2011</c:v>
                </c:pt>
                <c:pt idx="40">
                  <c:v>19-Jan-2011</c:v>
                </c:pt>
                <c:pt idx="41">
                  <c:v>20-Jan-2011</c:v>
                </c:pt>
                <c:pt idx="42">
                  <c:v>20-Jan-2011</c:v>
                </c:pt>
                <c:pt idx="43">
                  <c:v>21-Jan-2011</c:v>
                </c:pt>
                <c:pt idx="44">
                  <c:v>21-Jan-2011</c:v>
                </c:pt>
                <c:pt idx="45">
                  <c:v>21-Jan-2011</c:v>
                </c:pt>
                <c:pt idx="46">
                  <c:v>22-Jan-2011</c:v>
                </c:pt>
                <c:pt idx="47">
                  <c:v>22-Jan-2011</c:v>
                </c:pt>
                <c:pt idx="48">
                  <c:v>23-Jan-2011</c:v>
                </c:pt>
                <c:pt idx="49">
                  <c:v>23-Jan-2011</c:v>
                </c:pt>
                <c:pt idx="50">
                  <c:v>24-Jan-2011</c:v>
                </c:pt>
                <c:pt idx="51">
                  <c:v>24-Jan-2011</c:v>
                </c:pt>
                <c:pt idx="52">
                  <c:v>25-Jan-2011</c:v>
                </c:pt>
                <c:pt idx="53">
                  <c:v>25-Jan-2011</c:v>
                </c:pt>
                <c:pt idx="54">
                  <c:v>26-Jan-2011</c:v>
                </c:pt>
                <c:pt idx="55">
                  <c:v>26-Jan-2011</c:v>
                </c:pt>
                <c:pt idx="56">
                  <c:v>26-Jan-2011</c:v>
                </c:pt>
                <c:pt idx="57">
                  <c:v>27-Jan-2011</c:v>
                </c:pt>
                <c:pt idx="58">
                  <c:v>28-Jan-2011</c:v>
                </c:pt>
                <c:pt idx="59">
                  <c:v>28-Jan-2011</c:v>
                </c:pt>
                <c:pt idx="60">
                  <c:v>29-Jan-2011</c:v>
                </c:pt>
                <c:pt idx="61">
                  <c:v>29-Jan-2011</c:v>
                </c:pt>
                <c:pt idx="62">
                  <c:v>30-Jan-2011</c:v>
                </c:pt>
                <c:pt idx="63">
                  <c:v>30-Jan-2011</c:v>
                </c:pt>
                <c:pt idx="64">
                  <c:v>31-Jan-2011</c:v>
                </c:pt>
                <c:pt idx="65">
                  <c:v>31-Jan-2011</c:v>
                </c:pt>
                <c:pt idx="66">
                  <c:v>31-Jan-2011</c:v>
                </c:pt>
                <c:pt idx="67">
                  <c:v>01-Feb-2011</c:v>
                </c:pt>
                <c:pt idx="68">
                  <c:v>01-Feb-2011</c:v>
                </c:pt>
                <c:pt idx="69">
                  <c:v>02-Feb-2011</c:v>
                </c:pt>
                <c:pt idx="70">
                  <c:v>02-Feb-2011</c:v>
                </c:pt>
                <c:pt idx="71">
                  <c:v>02-Feb-2011</c:v>
                </c:pt>
                <c:pt idx="72">
                  <c:v>03-Feb-2011</c:v>
                </c:pt>
                <c:pt idx="73">
                  <c:v>04-Feb-2011</c:v>
                </c:pt>
                <c:pt idx="74">
                  <c:v>04-Feb-2011</c:v>
                </c:pt>
                <c:pt idx="75">
                  <c:v>05-Feb-2011</c:v>
                </c:pt>
                <c:pt idx="76">
                  <c:v>05-Feb-2011</c:v>
                </c:pt>
                <c:pt idx="77">
                  <c:v>05-Feb-2011</c:v>
                </c:pt>
                <c:pt idx="78">
                  <c:v>06-Feb-2011</c:v>
                </c:pt>
                <c:pt idx="79">
                  <c:v>07-Feb-2011</c:v>
                </c:pt>
                <c:pt idx="80">
                  <c:v>07-Feb-2011</c:v>
                </c:pt>
                <c:pt idx="81">
                  <c:v>08-Feb-2011</c:v>
                </c:pt>
                <c:pt idx="82">
                  <c:v>08-Feb-2011</c:v>
                </c:pt>
                <c:pt idx="83">
                  <c:v>08-Feb-2011</c:v>
                </c:pt>
                <c:pt idx="84">
                  <c:v>09-Feb-2011</c:v>
                </c:pt>
                <c:pt idx="85">
                  <c:v>09-Feb-2011</c:v>
                </c:pt>
                <c:pt idx="86">
                  <c:v>09-Feb-2011</c:v>
                </c:pt>
                <c:pt idx="87">
                  <c:v>10-Feb-2011</c:v>
                </c:pt>
                <c:pt idx="88">
                  <c:v>10-Feb-2011</c:v>
                </c:pt>
                <c:pt idx="89">
                  <c:v>10-Feb-2011</c:v>
                </c:pt>
                <c:pt idx="90">
                  <c:v>11-Feb-2011</c:v>
                </c:pt>
                <c:pt idx="91">
                  <c:v>12-Feb-2011</c:v>
                </c:pt>
                <c:pt idx="92">
                  <c:v>13-Feb-2011</c:v>
                </c:pt>
                <c:pt idx="93">
                  <c:v>13-Feb-2011</c:v>
                </c:pt>
                <c:pt idx="94">
                  <c:v>14-Feb-2011</c:v>
                </c:pt>
                <c:pt idx="95">
                  <c:v>28-Jan-2011</c:v>
                </c:pt>
              </c:strCache>
            </c:strRef>
          </c:xVal>
          <c:yVal>
            <c:numRef>
              <c:f>Outlier!$T$2:$T$97</c:f>
              <c:numCache>
                <c:formatCode>General</c:formatCode>
                <c:ptCount val="96"/>
                <c:pt idx="0">
                  <c:v>16</c:v>
                </c:pt>
                <c:pt idx="1">
                  <c:v>1</c:v>
                </c:pt>
                <c:pt idx="2">
                  <c:v>35</c:v>
                </c:pt>
                <c:pt idx="3">
                  <c:v>17</c:v>
                </c:pt>
                <c:pt idx="4">
                  <c:v>2</c:v>
                </c:pt>
                <c:pt idx="5">
                  <c:v>65</c:v>
                </c:pt>
                <c:pt idx="6">
                  <c:v>5</c:v>
                </c:pt>
                <c:pt idx="7">
                  <c:v>5</c:v>
                </c:pt>
                <c:pt idx="8">
                  <c:v>42</c:v>
                </c:pt>
                <c:pt idx="9">
                  <c:v>6</c:v>
                </c:pt>
                <c:pt idx="10">
                  <c:v>11</c:v>
                </c:pt>
                <c:pt idx="11">
                  <c:v>1</c:v>
                </c:pt>
                <c:pt idx="12">
                  <c:v>17</c:v>
                </c:pt>
                <c:pt idx="13">
                  <c:v>5</c:v>
                </c:pt>
                <c:pt idx="14">
                  <c:v>84</c:v>
                </c:pt>
                <c:pt idx="15">
                  <c:v>25</c:v>
                </c:pt>
                <c:pt idx="16">
                  <c:v>7</c:v>
                </c:pt>
                <c:pt idx="17">
                  <c:v>102</c:v>
                </c:pt>
                <c:pt idx="18">
                  <c:v>25</c:v>
                </c:pt>
                <c:pt idx="19">
                  <c:v>5</c:v>
                </c:pt>
                <c:pt idx="20">
                  <c:v>188</c:v>
                </c:pt>
                <c:pt idx="21">
                  <c:v>12</c:v>
                </c:pt>
                <c:pt idx="22">
                  <c:v>3</c:v>
                </c:pt>
                <c:pt idx="23">
                  <c:v>95</c:v>
                </c:pt>
                <c:pt idx="24">
                  <c:v>7</c:v>
                </c:pt>
                <c:pt idx="25">
                  <c:v>1</c:v>
                </c:pt>
                <c:pt idx="26">
                  <c:v>7</c:v>
                </c:pt>
                <c:pt idx="27">
                  <c:v>38</c:v>
                </c:pt>
                <c:pt idx="28">
                  <c:v>14</c:v>
                </c:pt>
                <c:pt idx="29">
                  <c:v>36</c:v>
                </c:pt>
                <c:pt idx="30">
                  <c:v>28</c:v>
                </c:pt>
                <c:pt idx="31">
                  <c:v>20</c:v>
                </c:pt>
                <c:pt idx="32">
                  <c:v>39</c:v>
                </c:pt>
                <c:pt idx="33">
                  <c:v>2</c:v>
                </c:pt>
                <c:pt idx="34">
                  <c:v>17</c:v>
                </c:pt>
                <c:pt idx="35">
                  <c:v>71</c:v>
                </c:pt>
                <c:pt idx="36">
                  <c:v>60</c:v>
                </c:pt>
                <c:pt idx="37">
                  <c:v>3</c:v>
                </c:pt>
                <c:pt idx="38">
                  <c:v>3</c:v>
                </c:pt>
                <c:pt idx="39">
                  <c:v>7</c:v>
                </c:pt>
                <c:pt idx="40">
                  <c:v>78</c:v>
                </c:pt>
                <c:pt idx="41">
                  <c:v>13</c:v>
                </c:pt>
                <c:pt idx="42">
                  <c:v>143</c:v>
                </c:pt>
                <c:pt idx="43">
                  <c:v>21</c:v>
                </c:pt>
                <c:pt idx="44">
                  <c:v>2</c:v>
                </c:pt>
                <c:pt idx="45">
                  <c:v>5</c:v>
                </c:pt>
                <c:pt idx="46">
                  <c:v>13</c:v>
                </c:pt>
                <c:pt idx="47">
                  <c:v>12</c:v>
                </c:pt>
                <c:pt idx="48">
                  <c:v>22</c:v>
                </c:pt>
                <c:pt idx="49">
                  <c:v>3</c:v>
                </c:pt>
                <c:pt idx="50">
                  <c:v>7</c:v>
                </c:pt>
                <c:pt idx="51">
                  <c:v>63</c:v>
                </c:pt>
                <c:pt idx="52">
                  <c:v>9</c:v>
                </c:pt>
                <c:pt idx="53">
                  <c:v>2</c:v>
                </c:pt>
                <c:pt idx="54">
                  <c:v>17</c:v>
                </c:pt>
                <c:pt idx="55">
                  <c:v>10</c:v>
                </c:pt>
                <c:pt idx="56">
                  <c:v>36</c:v>
                </c:pt>
                <c:pt idx="57">
                  <c:v>24</c:v>
                </c:pt>
                <c:pt idx="58">
                  <c:v>9</c:v>
                </c:pt>
                <c:pt idx="59">
                  <c:v>101</c:v>
                </c:pt>
                <c:pt idx="60">
                  <c:v>20</c:v>
                </c:pt>
                <c:pt idx="61">
                  <c:v>55</c:v>
                </c:pt>
                <c:pt idx="62">
                  <c:v>33</c:v>
                </c:pt>
                <c:pt idx="63">
                  <c:v>12</c:v>
                </c:pt>
                <c:pt idx="64">
                  <c:v>7</c:v>
                </c:pt>
                <c:pt idx="65">
                  <c:v>7</c:v>
                </c:pt>
                <c:pt idx="66">
                  <c:v>78</c:v>
                </c:pt>
                <c:pt idx="67">
                  <c:v>8</c:v>
                </c:pt>
                <c:pt idx="68">
                  <c:v>3</c:v>
                </c:pt>
                <c:pt idx="69">
                  <c:v>2</c:v>
                </c:pt>
                <c:pt idx="70">
                  <c:v>123</c:v>
                </c:pt>
                <c:pt idx="71">
                  <c:v>75</c:v>
                </c:pt>
                <c:pt idx="72">
                  <c:v>12</c:v>
                </c:pt>
                <c:pt idx="73">
                  <c:v>13</c:v>
                </c:pt>
                <c:pt idx="74">
                  <c:v>87</c:v>
                </c:pt>
                <c:pt idx="75">
                  <c:v>39</c:v>
                </c:pt>
                <c:pt idx="76">
                  <c:v>8</c:v>
                </c:pt>
                <c:pt idx="77">
                  <c:v>69</c:v>
                </c:pt>
                <c:pt idx="78">
                  <c:v>39</c:v>
                </c:pt>
                <c:pt idx="79">
                  <c:v>15</c:v>
                </c:pt>
                <c:pt idx="80">
                  <c:v>230</c:v>
                </c:pt>
                <c:pt idx="81">
                  <c:v>10</c:v>
                </c:pt>
                <c:pt idx="82">
                  <c:v>1</c:v>
                </c:pt>
                <c:pt idx="83">
                  <c:v>3</c:v>
                </c:pt>
                <c:pt idx="84">
                  <c:v>17</c:v>
                </c:pt>
                <c:pt idx="85">
                  <c:v>41</c:v>
                </c:pt>
                <c:pt idx="86">
                  <c:v>88</c:v>
                </c:pt>
                <c:pt idx="87">
                  <c:v>16</c:v>
                </c:pt>
                <c:pt idx="88">
                  <c:v>1</c:v>
                </c:pt>
                <c:pt idx="89">
                  <c:v>99</c:v>
                </c:pt>
                <c:pt idx="90">
                  <c:v>14</c:v>
                </c:pt>
                <c:pt idx="91">
                  <c:v>30</c:v>
                </c:pt>
                <c:pt idx="92">
                  <c:v>39</c:v>
                </c:pt>
                <c:pt idx="93">
                  <c:v>20</c:v>
                </c:pt>
                <c:pt idx="94">
                  <c:v>11</c:v>
                </c:pt>
                <c:pt idx="95">
                  <c:v>80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B-ACF6-4E0D-98C7-D164ED3902B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axId val="1172049103"/>
        <c:axId val="1140880623"/>
      </c:scatterChart>
      <c:valAx>
        <c:axId val="117204910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0880623"/>
        <c:crosses val="autoZero"/>
        <c:crossBetween val="midCat"/>
      </c:valAx>
      <c:valAx>
        <c:axId val="1140880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2049103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>
      <a:gsLst>
        <a:gs pos="22000">
          <a:srgbClr val="00B0F0"/>
        </a:gs>
        <a:gs pos="74000">
          <a:schemeClr val="accent1">
            <a:lumMod val="45000"/>
            <a:lumOff val="55000"/>
          </a:schemeClr>
        </a:gs>
        <a:gs pos="83000">
          <a:schemeClr val="accent1">
            <a:lumMod val="45000"/>
            <a:lumOff val="55000"/>
          </a:schemeClr>
        </a:gs>
        <a:gs pos="100000">
          <a:schemeClr val="accent1">
            <a:lumMod val="30000"/>
            <a:lumOff val="70000"/>
          </a:schemeClr>
        </a:gs>
      </a:gsLst>
      <a:lin ang="5400000" scaled="1"/>
    </a:gra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2000" b="1" i="0" u="sng" strike="noStrike" kern="1200" spc="0" baseline="0" dirty="0">
                <a:solidFill>
                  <a:srgbClr val="C00000"/>
                </a:solidFill>
                <a:latin typeface="+mn-lt"/>
                <a:ea typeface="+mn-ea"/>
                <a:cs typeface="+mn-cs"/>
              </a:defRPr>
            </a:pPr>
            <a:r>
              <a:rPr lang="en-US" sz="2000" b="1" i="0" u="sng" strike="noStrike" kern="1200" spc="0" baseline="0" dirty="0">
                <a:solidFill>
                  <a:srgbClr val="C00000"/>
                </a:solidFill>
                <a:latin typeface="+mn-lt"/>
                <a:ea typeface="+mn-ea"/>
                <a:cs typeface="+mn-cs"/>
              </a:rPr>
              <a:t>Registered Riders Forecast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2000" b="1" i="0" u="sng" strike="noStrike" kern="1200" spc="0" baseline="0" dirty="0">
              <a:solidFill>
                <a:srgbClr val="C00000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'Registered forecast'!$B$1</c:f>
              <c:strCache>
                <c:ptCount val="1"/>
                <c:pt idx="0">
                  <c:v>Registered 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'Registered forecast'!$B$2:$B$60</c:f>
              <c:numCache>
                <c:formatCode>General</c:formatCode>
                <c:ptCount val="59"/>
                <c:pt idx="0">
                  <c:v>13</c:v>
                </c:pt>
                <c:pt idx="1">
                  <c:v>13</c:v>
                </c:pt>
                <c:pt idx="2">
                  <c:v>5</c:v>
                </c:pt>
                <c:pt idx="3">
                  <c:v>5</c:v>
                </c:pt>
                <c:pt idx="4">
                  <c:v>6</c:v>
                </c:pt>
                <c:pt idx="5">
                  <c:v>11</c:v>
                </c:pt>
                <c:pt idx="6">
                  <c:v>13</c:v>
                </c:pt>
                <c:pt idx="7">
                  <c:v>24</c:v>
                </c:pt>
                <c:pt idx="8">
                  <c:v>24</c:v>
                </c:pt>
                <c:pt idx="9">
                  <c:v>3</c:v>
                </c:pt>
                <c:pt idx="10">
                  <c:v>10</c:v>
                </c:pt>
                <c:pt idx="11">
                  <c:v>7</c:v>
                </c:pt>
                <c:pt idx="12">
                  <c:v>6</c:v>
                </c:pt>
                <c:pt idx="13">
                  <c:v>14</c:v>
                </c:pt>
                <c:pt idx="14">
                  <c:v>25</c:v>
                </c:pt>
                <c:pt idx="15">
                  <c:v>33</c:v>
                </c:pt>
                <c:pt idx="16">
                  <c:v>16</c:v>
                </c:pt>
                <c:pt idx="17">
                  <c:v>3</c:v>
                </c:pt>
                <c:pt idx="18">
                  <c:v>3</c:v>
                </c:pt>
                <c:pt idx="19">
                  <c:v>8</c:v>
                </c:pt>
                <c:pt idx="20">
                  <c:v>20</c:v>
                </c:pt>
                <c:pt idx="21">
                  <c:v>13</c:v>
                </c:pt>
                <c:pt idx="22">
                  <c:v>20</c:v>
                </c:pt>
                <c:pt idx="23">
                  <c:v>7</c:v>
                </c:pt>
                <c:pt idx="24">
                  <c:v>6</c:v>
                </c:pt>
                <c:pt idx="25">
                  <c:v>14</c:v>
                </c:pt>
                <c:pt idx="26">
                  <c:v>23</c:v>
                </c:pt>
                <c:pt idx="27">
                  <c:v>9</c:v>
                </c:pt>
                <c:pt idx="28">
                  <c:v>20</c:v>
                </c:pt>
                <c:pt idx="29">
                  <c:v>33</c:v>
                </c:pt>
                <c:pt idx="30">
                  <c:v>6</c:v>
                </c:pt>
                <c:pt idx="31">
                  <c:v>6</c:v>
                </c:pt>
                <c:pt idx="32">
                  <c:v>2</c:v>
                </c:pt>
                <c:pt idx="33">
                  <c:v>11</c:v>
                </c:pt>
                <c:pt idx="34">
                  <c:v>10</c:v>
                </c:pt>
                <c:pt idx="35">
                  <c:v>36</c:v>
                </c:pt>
                <c:pt idx="36">
                  <c:v>37</c:v>
                </c:pt>
                <c:pt idx="37">
                  <c:v>14</c:v>
                </c:pt>
                <c:pt idx="38">
                  <c:v>6</c:v>
                </c:pt>
                <c:pt idx="39">
                  <c:v>17</c:v>
                </c:pt>
                <c:pt idx="40">
                  <c:v>16</c:v>
                </c:pt>
                <c:pt idx="41">
                  <c:v>12</c:v>
                </c:pt>
                <c:pt idx="42">
                  <c:v>27</c:v>
                </c:pt>
                <c:pt idx="43">
                  <c:v>34</c:v>
                </c:pt>
                <c:pt idx="44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CD-4152-BE7E-B4837E50F110}"/>
            </c:ext>
          </c:extLst>
        </c:ser>
        <c:ser>
          <c:idx val="1"/>
          <c:order val="1"/>
          <c:tx>
            <c:strRef>
              <c:f>'Registered forecast'!$C$1</c:f>
              <c:strCache>
                <c:ptCount val="1"/>
                <c:pt idx="0">
                  <c:v>Forecast(Registered )</c:v>
                </c:pt>
              </c:strCache>
            </c:strRef>
          </c:tx>
          <c:spPr>
            <a:ln w="254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trendline>
            <c:spPr>
              <a:ln w="34925" cap="rnd">
                <a:solidFill>
                  <a:schemeClr val="accent2"/>
                </a:solidFill>
                <a:prstDash val="sysDot"/>
              </a:ln>
              <a:effectLst/>
            </c:spPr>
            <c:trendlineType val="exp"/>
            <c:dispRSqr val="0"/>
            <c:dispEq val="0"/>
          </c:trendline>
          <c:cat>
            <c:numRef>
              <c:f>'Registered forecast'!$A$2:$A$60</c:f>
              <c:numCache>
                <c:formatCode>d\-mmm\-yy</c:formatCode>
                <c:ptCount val="59"/>
                <c:pt idx="0">
                  <c:v>40544</c:v>
                </c:pt>
                <c:pt idx="1">
                  <c:v>40545</c:v>
                </c:pt>
                <c:pt idx="2">
                  <c:v>40546</c:v>
                </c:pt>
                <c:pt idx="3">
                  <c:v>40547</c:v>
                </c:pt>
                <c:pt idx="4">
                  <c:v>40548</c:v>
                </c:pt>
                <c:pt idx="5">
                  <c:v>40549</c:v>
                </c:pt>
                <c:pt idx="6">
                  <c:v>40550</c:v>
                </c:pt>
                <c:pt idx="7">
                  <c:v>40551</c:v>
                </c:pt>
                <c:pt idx="8">
                  <c:v>40552</c:v>
                </c:pt>
                <c:pt idx="9">
                  <c:v>40553</c:v>
                </c:pt>
                <c:pt idx="10">
                  <c:v>40554</c:v>
                </c:pt>
                <c:pt idx="11">
                  <c:v>40555</c:v>
                </c:pt>
                <c:pt idx="12">
                  <c:v>40556</c:v>
                </c:pt>
                <c:pt idx="13">
                  <c:v>40557</c:v>
                </c:pt>
                <c:pt idx="14">
                  <c:v>40558</c:v>
                </c:pt>
                <c:pt idx="15">
                  <c:v>40559</c:v>
                </c:pt>
                <c:pt idx="16">
                  <c:v>40560</c:v>
                </c:pt>
                <c:pt idx="17">
                  <c:v>40561</c:v>
                </c:pt>
                <c:pt idx="18">
                  <c:v>40562</c:v>
                </c:pt>
                <c:pt idx="19">
                  <c:v>40563</c:v>
                </c:pt>
                <c:pt idx="20">
                  <c:v>40564</c:v>
                </c:pt>
                <c:pt idx="21">
                  <c:v>40565</c:v>
                </c:pt>
                <c:pt idx="22">
                  <c:v>40566</c:v>
                </c:pt>
                <c:pt idx="23">
                  <c:v>40567</c:v>
                </c:pt>
                <c:pt idx="24">
                  <c:v>40568</c:v>
                </c:pt>
                <c:pt idx="25">
                  <c:v>40569</c:v>
                </c:pt>
                <c:pt idx="26">
                  <c:v>40570</c:v>
                </c:pt>
                <c:pt idx="27">
                  <c:v>40571</c:v>
                </c:pt>
                <c:pt idx="28">
                  <c:v>40572</c:v>
                </c:pt>
                <c:pt idx="29">
                  <c:v>40573</c:v>
                </c:pt>
                <c:pt idx="30">
                  <c:v>40574</c:v>
                </c:pt>
                <c:pt idx="31">
                  <c:v>40575</c:v>
                </c:pt>
                <c:pt idx="32">
                  <c:v>40576</c:v>
                </c:pt>
                <c:pt idx="33">
                  <c:v>40577</c:v>
                </c:pt>
                <c:pt idx="34">
                  <c:v>40578</c:v>
                </c:pt>
                <c:pt idx="35">
                  <c:v>40579</c:v>
                </c:pt>
                <c:pt idx="36">
                  <c:v>40580</c:v>
                </c:pt>
                <c:pt idx="37">
                  <c:v>40581</c:v>
                </c:pt>
                <c:pt idx="38">
                  <c:v>40582</c:v>
                </c:pt>
                <c:pt idx="39">
                  <c:v>40583</c:v>
                </c:pt>
                <c:pt idx="40">
                  <c:v>40584</c:v>
                </c:pt>
                <c:pt idx="41">
                  <c:v>40585</c:v>
                </c:pt>
                <c:pt idx="42">
                  <c:v>40586</c:v>
                </c:pt>
                <c:pt idx="43">
                  <c:v>40587</c:v>
                </c:pt>
                <c:pt idx="44">
                  <c:v>40588</c:v>
                </c:pt>
                <c:pt idx="45">
                  <c:v>40589</c:v>
                </c:pt>
                <c:pt idx="46">
                  <c:v>40590</c:v>
                </c:pt>
                <c:pt idx="47">
                  <c:v>40591</c:v>
                </c:pt>
                <c:pt idx="48">
                  <c:v>40592</c:v>
                </c:pt>
                <c:pt idx="49">
                  <c:v>40593</c:v>
                </c:pt>
                <c:pt idx="50">
                  <c:v>40594</c:v>
                </c:pt>
                <c:pt idx="51">
                  <c:v>40595</c:v>
                </c:pt>
                <c:pt idx="52">
                  <c:v>40596</c:v>
                </c:pt>
                <c:pt idx="53">
                  <c:v>40597</c:v>
                </c:pt>
                <c:pt idx="54">
                  <c:v>40598</c:v>
                </c:pt>
                <c:pt idx="55">
                  <c:v>40599</c:v>
                </c:pt>
                <c:pt idx="56">
                  <c:v>40600</c:v>
                </c:pt>
                <c:pt idx="57">
                  <c:v>40601</c:v>
                </c:pt>
                <c:pt idx="58">
                  <c:v>40602</c:v>
                </c:pt>
              </c:numCache>
            </c:numRef>
          </c:cat>
          <c:val>
            <c:numRef>
              <c:f>'Registered forecast'!$C$2:$C$60</c:f>
              <c:numCache>
                <c:formatCode>General</c:formatCode>
                <c:ptCount val="59"/>
                <c:pt idx="44">
                  <c:v>8</c:v>
                </c:pt>
                <c:pt idx="45">
                  <c:v>12.012396504895804</c:v>
                </c:pt>
                <c:pt idx="46">
                  <c:v>11.198600753958583</c:v>
                </c:pt>
                <c:pt idx="47">
                  <c:v>14.300460387633905</c:v>
                </c:pt>
                <c:pt idx="48">
                  <c:v>21.875344435374146</c:v>
                </c:pt>
                <c:pt idx="49">
                  <c:v>27.058490646153544</c:v>
                </c:pt>
                <c:pt idx="50">
                  <c:v>31.869634578105423</c:v>
                </c:pt>
                <c:pt idx="51">
                  <c:v>15.207437759768426</c:v>
                </c:pt>
                <c:pt idx="52">
                  <c:v>13.519545329338637</c:v>
                </c:pt>
                <c:pt idx="53">
                  <c:v>12.705749578401416</c:v>
                </c:pt>
                <c:pt idx="54">
                  <c:v>15.807609212076741</c:v>
                </c:pt>
                <c:pt idx="55">
                  <c:v>23.382493259816982</c:v>
                </c:pt>
                <c:pt idx="56">
                  <c:v>28.565639470596373</c:v>
                </c:pt>
                <c:pt idx="57">
                  <c:v>33.376783402548256</c:v>
                </c:pt>
                <c:pt idx="58">
                  <c:v>16.714586584211261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CD-4152-BE7E-B4837E50F110}"/>
            </c:ext>
          </c:extLst>
        </c:ser>
        <c:ser>
          <c:idx val="2"/>
          <c:order val="2"/>
          <c:tx>
            <c:strRef>
              <c:f>'Registered forecast'!$D$1</c:f>
              <c:strCache>
                <c:ptCount val="1"/>
                <c:pt idx="0">
                  <c:v>Lower Confidence Bound(Registered )</c:v>
                </c:pt>
              </c:strCache>
            </c:strRef>
          </c:tx>
          <c:spPr>
            <a:ln w="12700" cap="rnd">
              <a:solidFill>
                <a:srgbClr val="ED7D31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'Registered forecast'!$A$2:$A$60</c:f>
              <c:numCache>
                <c:formatCode>d\-mmm\-yy</c:formatCode>
                <c:ptCount val="59"/>
                <c:pt idx="0">
                  <c:v>40544</c:v>
                </c:pt>
                <c:pt idx="1">
                  <c:v>40545</c:v>
                </c:pt>
                <c:pt idx="2">
                  <c:v>40546</c:v>
                </c:pt>
                <c:pt idx="3">
                  <c:v>40547</c:v>
                </c:pt>
                <c:pt idx="4">
                  <c:v>40548</c:v>
                </c:pt>
                <c:pt idx="5">
                  <c:v>40549</c:v>
                </c:pt>
                <c:pt idx="6">
                  <c:v>40550</c:v>
                </c:pt>
                <c:pt idx="7">
                  <c:v>40551</c:v>
                </c:pt>
                <c:pt idx="8">
                  <c:v>40552</c:v>
                </c:pt>
                <c:pt idx="9">
                  <c:v>40553</c:v>
                </c:pt>
                <c:pt idx="10">
                  <c:v>40554</c:v>
                </c:pt>
                <c:pt idx="11">
                  <c:v>40555</c:v>
                </c:pt>
                <c:pt idx="12">
                  <c:v>40556</c:v>
                </c:pt>
                <c:pt idx="13">
                  <c:v>40557</c:v>
                </c:pt>
                <c:pt idx="14">
                  <c:v>40558</c:v>
                </c:pt>
                <c:pt idx="15">
                  <c:v>40559</c:v>
                </c:pt>
                <c:pt idx="16">
                  <c:v>40560</c:v>
                </c:pt>
                <c:pt idx="17">
                  <c:v>40561</c:v>
                </c:pt>
                <c:pt idx="18">
                  <c:v>40562</c:v>
                </c:pt>
                <c:pt idx="19">
                  <c:v>40563</c:v>
                </c:pt>
                <c:pt idx="20">
                  <c:v>40564</c:v>
                </c:pt>
                <c:pt idx="21">
                  <c:v>40565</c:v>
                </c:pt>
                <c:pt idx="22">
                  <c:v>40566</c:v>
                </c:pt>
                <c:pt idx="23">
                  <c:v>40567</c:v>
                </c:pt>
                <c:pt idx="24">
                  <c:v>40568</c:v>
                </c:pt>
                <c:pt idx="25">
                  <c:v>40569</c:v>
                </c:pt>
                <c:pt idx="26">
                  <c:v>40570</c:v>
                </c:pt>
                <c:pt idx="27">
                  <c:v>40571</c:v>
                </c:pt>
                <c:pt idx="28">
                  <c:v>40572</c:v>
                </c:pt>
                <c:pt idx="29">
                  <c:v>40573</c:v>
                </c:pt>
                <c:pt idx="30">
                  <c:v>40574</c:v>
                </c:pt>
                <c:pt idx="31">
                  <c:v>40575</c:v>
                </c:pt>
                <c:pt idx="32">
                  <c:v>40576</c:v>
                </c:pt>
                <c:pt idx="33">
                  <c:v>40577</c:v>
                </c:pt>
                <c:pt idx="34">
                  <c:v>40578</c:v>
                </c:pt>
                <c:pt idx="35">
                  <c:v>40579</c:v>
                </c:pt>
                <c:pt idx="36">
                  <c:v>40580</c:v>
                </c:pt>
                <c:pt idx="37">
                  <c:v>40581</c:v>
                </c:pt>
                <c:pt idx="38">
                  <c:v>40582</c:v>
                </c:pt>
                <c:pt idx="39">
                  <c:v>40583</c:v>
                </c:pt>
                <c:pt idx="40">
                  <c:v>40584</c:v>
                </c:pt>
                <c:pt idx="41">
                  <c:v>40585</c:v>
                </c:pt>
                <c:pt idx="42">
                  <c:v>40586</c:v>
                </c:pt>
                <c:pt idx="43">
                  <c:v>40587</c:v>
                </c:pt>
                <c:pt idx="44">
                  <c:v>40588</c:v>
                </c:pt>
                <c:pt idx="45">
                  <c:v>40589</c:v>
                </c:pt>
                <c:pt idx="46">
                  <c:v>40590</c:v>
                </c:pt>
                <c:pt idx="47">
                  <c:v>40591</c:v>
                </c:pt>
                <c:pt idx="48">
                  <c:v>40592</c:v>
                </c:pt>
                <c:pt idx="49">
                  <c:v>40593</c:v>
                </c:pt>
                <c:pt idx="50">
                  <c:v>40594</c:v>
                </c:pt>
                <c:pt idx="51">
                  <c:v>40595</c:v>
                </c:pt>
                <c:pt idx="52">
                  <c:v>40596</c:v>
                </c:pt>
                <c:pt idx="53">
                  <c:v>40597</c:v>
                </c:pt>
                <c:pt idx="54">
                  <c:v>40598</c:v>
                </c:pt>
                <c:pt idx="55">
                  <c:v>40599</c:v>
                </c:pt>
                <c:pt idx="56">
                  <c:v>40600</c:v>
                </c:pt>
                <c:pt idx="57">
                  <c:v>40601</c:v>
                </c:pt>
                <c:pt idx="58">
                  <c:v>40602</c:v>
                </c:pt>
              </c:numCache>
            </c:numRef>
          </c:cat>
          <c:val>
            <c:numRef>
              <c:f>'Registered forecast'!$D$2:$D$60</c:f>
              <c:numCache>
                <c:formatCode>General</c:formatCode>
                <c:ptCount val="59"/>
                <c:pt idx="44" formatCode="0.00">
                  <c:v>8</c:v>
                </c:pt>
                <c:pt idx="45" formatCode="0.00">
                  <c:v>0.19943266376622226</c:v>
                </c:pt>
                <c:pt idx="46" formatCode="0.00">
                  <c:v>-0.70924766613907053</c:v>
                </c:pt>
                <c:pt idx="47" formatCode="0.00">
                  <c:v>2.2969951571489649</c:v>
                </c:pt>
                <c:pt idx="48" formatCode="0.00">
                  <c:v>9.7755359891887057</c:v>
                </c:pt>
                <c:pt idx="49" formatCode="0.00">
                  <c:v>14.861618351462148</c:v>
                </c:pt>
                <c:pt idx="50" formatCode="0.00">
                  <c:v>19.574983519715019</c:v>
                </c:pt>
                <c:pt idx="51" formatCode="0.00">
                  <c:v>2.8142986840411091</c:v>
                </c:pt>
                <c:pt idx="52" formatCode="0.00">
                  <c:v>1.0257234086417899</c:v>
                </c:pt>
                <c:pt idx="53" formatCode="0.00">
                  <c:v>0.11204971609523362</c:v>
                </c:pt>
                <c:pt idx="54" formatCode="0.00">
                  <c:v>3.1133386870534938</c:v>
                </c:pt>
                <c:pt idx="55" formatCode="0.00">
                  <c:v>10.58696477912561</c:v>
                </c:pt>
                <c:pt idx="56" formatCode="0.00">
                  <c:v>15.66817110943299</c:v>
                </c:pt>
                <c:pt idx="57" formatCode="0.00">
                  <c:v>20.376698543756653</c:v>
                </c:pt>
                <c:pt idx="58" formatCode="0.00">
                  <c:v>3.6112138573851613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BCD-4152-BE7E-B4837E50F110}"/>
            </c:ext>
          </c:extLst>
        </c:ser>
        <c:ser>
          <c:idx val="3"/>
          <c:order val="3"/>
          <c:tx>
            <c:strRef>
              <c:f>'Registered forecast'!$E$1</c:f>
              <c:strCache>
                <c:ptCount val="1"/>
                <c:pt idx="0">
                  <c:v>Upper Confidence Bound(Registered )</c:v>
                </c:pt>
              </c:strCache>
            </c:strRef>
          </c:tx>
          <c:spPr>
            <a:ln w="12700" cap="rnd">
              <a:solidFill>
                <a:srgbClr val="ED7D31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'Registered forecast'!$A$2:$A$60</c:f>
              <c:numCache>
                <c:formatCode>d\-mmm\-yy</c:formatCode>
                <c:ptCount val="59"/>
                <c:pt idx="0">
                  <c:v>40544</c:v>
                </c:pt>
                <c:pt idx="1">
                  <c:v>40545</c:v>
                </c:pt>
                <c:pt idx="2">
                  <c:v>40546</c:v>
                </c:pt>
                <c:pt idx="3">
                  <c:v>40547</c:v>
                </c:pt>
                <c:pt idx="4">
                  <c:v>40548</c:v>
                </c:pt>
                <c:pt idx="5">
                  <c:v>40549</c:v>
                </c:pt>
                <c:pt idx="6">
                  <c:v>40550</c:v>
                </c:pt>
                <c:pt idx="7">
                  <c:v>40551</c:v>
                </c:pt>
                <c:pt idx="8">
                  <c:v>40552</c:v>
                </c:pt>
                <c:pt idx="9">
                  <c:v>40553</c:v>
                </c:pt>
                <c:pt idx="10">
                  <c:v>40554</c:v>
                </c:pt>
                <c:pt idx="11">
                  <c:v>40555</c:v>
                </c:pt>
                <c:pt idx="12">
                  <c:v>40556</c:v>
                </c:pt>
                <c:pt idx="13">
                  <c:v>40557</c:v>
                </c:pt>
                <c:pt idx="14">
                  <c:v>40558</c:v>
                </c:pt>
                <c:pt idx="15">
                  <c:v>40559</c:v>
                </c:pt>
                <c:pt idx="16">
                  <c:v>40560</c:v>
                </c:pt>
                <c:pt idx="17">
                  <c:v>40561</c:v>
                </c:pt>
                <c:pt idx="18">
                  <c:v>40562</c:v>
                </c:pt>
                <c:pt idx="19">
                  <c:v>40563</c:v>
                </c:pt>
                <c:pt idx="20">
                  <c:v>40564</c:v>
                </c:pt>
                <c:pt idx="21">
                  <c:v>40565</c:v>
                </c:pt>
                <c:pt idx="22">
                  <c:v>40566</c:v>
                </c:pt>
                <c:pt idx="23">
                  <c:v>40567</c:v>
                </c:pt>
                <c:pt idx="24">
                  <c:v>40568</c:v>
                </c:pt>
                <c:pt idx="25">
                  <c:v>40569</c:v>
                </c:pt>
                <c:pt idx="26">
                  <c:v>40570</c:v>
                </c:pt>
                <c:pt idx="27">
                  <c:v>40571</c:v>
                </c:pt>
                <c:pt idx="28">
                  <c:v>40572</c:v>
                </c:pt>
                <c:pt idx="29">
                  <c:v>40573</c:v>
                </c:pt>
                <c:pt idx="30">
                  <c:v>40574</c:v>
                </c:pt>
                <c:pt idx="31">
                  <c:v>40575</c:v>
                </c:pt>
                <c:pt idx="32">
                  <c:v>40576</c:v>
                </c:pt>
                <c:pt idx="33">
                  <c:v>40577</c:v>
                </c:pt>
                <c:pt idx="34">
                  <c:v>40578</c:v>
                </c:pt>
                <c:pt idx="35">
                  <c:v>40579</c:v>
                </c:pt>
                <c:pt idx="36">
                  <c:v>40580</c:v>
                </c:pt>
                <c:pt idx="37">
                  <c:v>40581</c:v>
                </c:pt>
                <c:pt idx="38">
                  <c:v>40582</c:v>
                </c:pt>
                <c:pt idx="39">
                  <c:v>40583</c:v>
                </c:pt>
                <c:pt idx="40">
                  <c:v>40584</c:v>
                </c:pt>
                <c:pt idx="41">
                  <c:v>40585</c:v>
                </c:pt>
                <c:pt idx="42">
                  <c:v>40586</c:v>
                </c:pt>
                <c:pt idx="43">
                  <c:v>40587</c:v>
                </c:pt>
                <c:pt idx="44">
                  <c:v>40588</c:v>
                </c:pt>
                <c:pt idx="45">
                  <c:v>40589</c:v>
                </c:pt>
                <c:pt idx="46">
                  <c:v>40590</c:v>
                </c:pt>
                <c:pt idx="47">
                  <c:v>40591</c:v>
                </c:pt>
                <c:pt idx="48">
                  <c:v>40592</c:v>
                </c:pt>
                <c:pt idx="49">
                  <c:v>40593</c:v>
                </c:pt>
                <c:pt idx="50">
                  <c:v>40594</c:v>
                </c:pt>
                <c:pt idx="51">
                  <c:v>40595</c:v>
                </c:pt>
                <c:pt idx="52">
                  <c:v>40596</c:v>
                </c:pt>
                <c:pt idx="53">
                  <c:v>40597</c:v>
                </c:pt>
                <c:pt idx="54">
                  <c:v>40598</c:v>
                </c:pt>
                <c:pt idx="55">
                  <c:v>40599</c:v>
                </c:pt>
                <c:pt idx="56">
                  <c:v>40600</c:v>
                </c:pt>
                <c:pt idx="57">
                  <c:v>40601</c:v>
                </c:pt>
                <c:pt idx="58">
                  <c:v>40602</c:v>
                </c:pt>
              </c:numCache>
            </c:numRef>
          </c:cat>
          <c:val>
            <c:numRef>
              <c:f>'Registered forecast'!$E$2:$E$60</c:f>
              <c:numCache>
                <c:formatCode>General</c:formatCode>
                <c:ptCount val="59"/>
                <c:pt idx="44" formatCode="0.00">
                  <c:v>8</c:v>
                </c:pt>
                <c:pt idx="45" formatCode="0.00">
                  <c:v>23.825360346025384</c:v>
                </c:pt>
                <c:pt idx="46" formatCode="0.00">
                  <c:v>23.106449174056237</c:v>
                </c:pt>
                <c:pt idx="47" formatCode="0.00">
                  <c:v>26.303925618118846</c:v>
                </c:pt>
                <c:pt idx="48" formatCode="0.00">
                  <c:v>33.975152881559588</c:v>
                </c:pt>
                <c:pt idx="49" formatCode="0.00">
                  <c:v>39.25536294084494</c:v>
                </c:pt>
                <c:pt idx="50" formatCode="0.00">
                  <c:v>44.164285636495826</c:v>
                </c:pt>
                <c:pt idx="51" formatCode="0.00">
                  <c:v>27.600576835495744</c:v>
                </c:pt>
                <c:pt idx="52" formatCode="0.00">
                  <c:v>26.013367250035486</c:v>
                </c:pt>
                <c:pt idx="53" formatCode="0.00">
                  <c:v>25.299449440707598</c:v>
                </c:pt>
                <c:pt idx="54" formatCode="0.00">
                  <c:v>28.501879737099991</c:v>
                </c:pt>
                <c:pt idx="55" formatCode="0.00">
                  <c:v>36.178021740508356</c:v>
                </c:pt>
                <c:pt idx="56" formatCode="0.00">
                  <c:v>41.463107831759757</c:v>
                </c:pt>
                <c:pt idx="57" formatCode="0.00">
                  <c:v>46.376868261339858</c:v>
                </c:pt>
                <c:pt idx="58" formatCode="0.00">
                  <c:v>29.817959311037363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DBCD-4152-BE7E-B4837E50F1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6391615"/>
        <c:axId val="1140895983"/>
      </c:lineChart>
      <c:catAx>
        <c:axId val="1036391615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0895983"/>
        <c:crosses val="autoZero"/>
        <c:auto val="1"/>
        <c:lblAlgn val="ctr"/>
        <c:lblOffset val="100"/>
        <c:noMultiLvlLbl val="0"/>
      </c:catAx>
      <c:valAx>
        <c:axId val="11408959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63916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3.6913530980034241E-2"/>
          <c:y val="0.67444829236200066"/>
          <c:w val="0.88804635377454266"/>
          <c:h val="0.3035736793209539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>
      <a:gsLst>
        <a:gs pos="22000">
          <a:srgbClr val="FFC000"/>
        </a:gs>
        <a:gs pos="74000">
          <a:schemeClr val="accent1">
            <a:lumMod val="45000"/>
            <a:lumOff val="55000"/>
          </a:schemeClr>
        </a:gs>
        <a:gs pos="83000">
          <a:schemeClr val="accent1">
            <a:lumMod val="45000"/>
            <a:lumOff val="55000"/>
          </a:schemeClr>
        </a:gs>
        <a:gs pos="100000">
          <a:schemeClr val="accent1">
            <a:lumMod val="30000"/>
            <a:lumOff val="70000"/>
          </a:schemeClr>
        </a:gs>
      </a:gsLst>
      <a:lin ang="5400000" scaled="1"/>
    </a:gra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>
              <a:defRPr sz="1400" b="1" i="0" u="sng" strike="noStrike" kern="1200" spc="0" baseline="0">
                <a:solidFill>
                  <a:srgbClr val="C00000"/>
                </a:solidFill>
                <a:latin typeface="+mn-lt"/>
                <a:ea typeface="+mn-ea"/>
                <a:cs typeface="+mn-cs"/>
              </a:defRPr>
            </a:pPr>
            <a:r>
              <a:rPr lang="en-US" sz="2000" b="1" u="sng" dirty="0">
                <a:solidFill>
                  <a:srgbClr val="C00000"/>
                </a:solidFill>
              </a:rPr>
              <a:t>Casual Riders Forecast </a:t>
            </a:r>
          </a:p>
        </c:rich>
      </c:tx>
      <c:layout>
        <c:manualLayout>
          <c:xMode val="edge"/>
          <c:yMode val="edge"/>
          <c:x val="0.30851096692228541"/>
          <c:y val="2.172732210755024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>
            <a:defRPr sz="1400" b="1" i="0" u="sng" strike="noStrike" kern="1200" spc="0" baseline="0">
              <a:solidFill>
                <a:srgbClr val="C00000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7007381525026794E-2"/>
          <c:y val="5.0870971646603272E-2"/>
          <c:w val="0.94506969237540961"/>
          <c:h val="0.7056849711967822"/>
        </c:manualLayout>
      </c:layout>
      <c:lineChart>
        <c:grouping val="standard"/>
        <c:varyColors val="0"/>
        <c:ser>
          <c:idx val="0"/>
          <c:order val="0"/>
          <c:tx>
            <c:strRef>
              <c:f>'Casual riderforecast'!$B$1</c:f>
              <c:strCache>
                <c:ptCount val="1"/>
                <c:pt idx="0">
                  <c:v>Values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'Casual riderforecast'!$B$2:$B$75</c:f>
              <c:numCache>
                <c:formatCode>General</c:formatCode>
                <c:ptCount val="74"/>
                <c:pt idx="0">
                  <c:v>3</c:v>
                </c:pt>
                <c:pt idx="1">
                  <c:v>4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  <c:pt idx="9">
                  <c:v>2</c:v>
                </c:pt>
                <c:pt idx="10">
                  <c:v>2</c:v>
                </c:pt>
                <c:pt idx="11">
                  <c:v>0</c:v>
                </c:pt>
                <c:pt idx="12">
                  <c:v>1</c:v>
                </c:pt>
                <c:pt idx="13">
                  <c:v>0</c:v>
                </c:pt>
                <c:pt idx="14">
                  <c:v>3</c:v>
                </c:pt>
                <c:pt idx="15">
                  <c:v>6</c:v>
                </c:pt>
                <c:pt idx="16">
                  <c:v>1</c:v>
                </c:pt>
                <c:pt idx="17">
                  <c:v>0</c:v>
                </c:pt>
                <c:pt idx="18">
                  <c:v>0</c:v>
                </c:pt>
                <c:pt idx="19">
                  <c:v>5</c:v>
                </c:pt>
                <c:pt idx="20">
                  <c:v>1</c:v>
                </c:pt>
                <c:pt idx="21">
                  <c:v>0</c:v>
                </c:pt>
                <c:pt idx="22">
                  <c:v>2</c:v>
                </c:pt>
                <c:pt idx="23">
                  <c:v>0</c:v>
                </c:pt>
                <c:pt idx="24">
                  <c:v>3</c:v>
                </c:pt>
                <c:pt idx="25">
                  <c:v>3</c:v>
                </c:pt>
                <c:pt idx="26">
                  <c:v>1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</c:v>
                </c:pt>
                <c:pt idx="31">
                  <c:v>2</c:v>
                </c:pt>
                <c:pt idx="32">
                  <c:v>0</c:v>
                </c:pt>
                <c:pt idx="33">
                  <c:v>1</c:v>
                </c:pt>
                <c:pt idx="34">
                  <c:v>3</c:v>
                </c:pt>
                <c:pt idx="35">
                  <c:v>3</c:v>
                </c:pt>
                <c:pt idx="36">
                  <c:v>2</c:v>
                </c:pt>
                <c:pt idx="37">
                  <c:v>1</c:v>
                </c:pt>
                <c:pt idx="38">
                  <c:v>4</c:v>
                </c:pt>
                <c:pt idx="39">
                  <c:v>0</c:v>
                </c:pt>
                <c:pt idx="40">
                  <c:v>0</c:v>
                </c:pt>
                <c:pt idx="41">
                  <c:v>2</c:v>
                </c:pt>
                <c:pt idx="42">
                  <c:v>3</c:v>
                </c:pt>
                <c:pt idx="43">
                  <c:v>5</c:v>
                </c:pt>
                <c:pt idx="44">
                  <c:v>3</c:v>
                </c:pt>
                <c:pt idx="45" formatCode="0">
                  <c:v>1.9707070707071352</c:v>
                </c:pt>
                <c:pt idx="46" formatCode="0">
                  <c:v>1.9858585858586366</c:v>
                </c:pt>
                <c:pt idx="47" formatCode="0">
                  <c:v>2.001010101010138</c:v>
                </c:pt>
                <c:pt idx="48" formatCode="0">
                  <c:v>2.0161616161616394</c:v>
                </c:pt>
                <c:pt idx="49" formatCode="0">
                  <c:v>2.0313131313132544</c:v>
                </c:pt>
                <c:pt idx="50" formatCode="0">
                  <c:v>2.0464646464647558</c:v>
                </c:pt>
                <c:pt idx="51" formatCode="0">
                  <c:v>2.0616161616162572</c:v>
                </c:pt>
                <c:pt idx="52" formatCode="0">
                  <c:v>2.0767676767677585</c:v>
                </c:pt>
                <c:pt idx="53" formatCode="0">
                  <c:v>2.0919191919192599</c:v>
                </c:pt>
                <c:pt idx="54" formatCode="0">
                  <c:v>2.1070707070707613</c:v>
                </c:pt>
                <c:pt idx="55" formatCode="0">
                  <c:v>2.1222222222222626</c:v>
                </c:pt>
                <c:pt idx="56" formatCode="0">
                  <c:v>2.137373737373764</c:v>
                </c:pt>
                <c:pt idx="57" formatCode="0">
                  <c:v>2.1525252525252654</c:v>
                </c:pt>
                <c:pt idx="58" formatCode="0">
                  <c:v>2.1676767676768804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5F0-4E65-B3B1-49F0A2F385A7}"/>
            </c:ext>
          </c:extLst>
        </c:ser>
        <c:ser>
          <c:idx val="1"/>
          <c:order val="1"/>
          <c:tx>
            <c:strRef>
              <c:f>'Casual riderforecast'!$C$1</c:f>
              <c:strCache>
                <c:ptCount val="1"/>
                <c:pt idx="0">
                  <c:v>Forecast</c:v>
                </c:pt>
              </c:strCache>
            </c:strRef>
          </c:tx>
          <c:spPr>
            <a:ln w="254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trendline>
            <c:spPr>
              <a:ln w="34925" cap="rnd">
                <a:solidFill>
                  <a:schemeClr val="accent2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cat>
            <c:numRef>
              <c:f>'Casual riderforecast'!$A$2:$A$75</c:f>
              <c:numCache>
                <c:formatCode>d\-mmm\-yy</c:formatCode>
                <c:ptCount val="74"/>
                <c:pt idx="0">
                  <c:v>40544</c:v>
                </c:pt>
                <c:pt idx="1">
                  <c:v>40545</c:v>
                </c:pt>
                <c:pt idx="2">
                  <c:v>40546</c:v>
                </c:pt>
                <c:pt idx="3">
                  <c:v>40547</c:v>
                </c:pt>
                <c:pt idx="4">
                  <c:v>40548</c:v>
                </c:pt>
                <c:pt idx="5">
                  <c:v>40549</c:v>
                </c:pt>
                <c:pt idx="6">
                  <c:v>40550</c:v>
                </c:pt>
                <c:pt idx="7">
                  <c:v>40551</c:v>
                </c:pt>
                <c:pt idx="8">
                  <c:v>40552</c:v>
                </c:pt>
                <c:pt idx="9">
                  <c:v>40553</c:v>
                </c:pt>
                <c:pt idx="10">
                  <c:v>40554</c:v>
                </c:pt>
                <c:pt idx="11">
                  <c:v>40555</c:v>
                </c:pt>
                <c:pt idx="12">
                  <c:v>40556</c:v>
                </c:pt>
                <c:pt idx="13">
                  <c:v>40557</c:v>
                </c:pt>
                <c:pt idx="14">
                  <c:v>40558</c:v>
                </c:pt>
                <c:pt idx="15">
                  <c:v>40559</c:v>
                </c:pt>
                <c:pt idx="16">
                  <c:v>40560</c:v>
                </c:pt>
                <c:pt idx="17">
                  <c:v>40561</c:v>
                </c:pt>
                <c:pt idx="18">
                  <c:v>40562</c:v>
                </c:pt>
                <c:pt idx="19">
                  <c:v>40563</c:v>
                </c:pt>
                <c:pt idx="20">
                  <c:v>40564</c:v>
                </c:pt>
                <c:pt idx="21">
                  <c:v>40565</c:v>
                </c:pt>
                <c:pt idx="22">
                  <c:v>40566</c:v>
                </c:pt>
                <c:pt idx="23">
                  <c:v>40567</c:v>
                </c:pt>
                <c:pt idx="24">
                  <c:v>40568</c:v>
                </c:pt>
                <c:pt idx="25">
                  <c:v>40569</c:v>
                </c:pt>
                <c:pt idx="26">
                  <c:v>40570</c:v>
                </c:pt>
                <c:pt idx="27">
                  <c:v>40571</c:v>
                </c:pt>
                <c:pt idx="28">
                  <c:v>40572</c:v>
                </c:pt>
                <c:pt idx="29">
                  <c:v>40573</c:v>
                </c:pt>
                <c:pt idx="30">
                  <c:v>40574</c:v>
                </c:pt>
                <c:pt idx="31">
                  <c:v>40575</c:v>
                </c:pt>
                <c:pt idx="32">
                  <c:v>40576</c:v>
                </c:pt>
                <c:pt idx="33">
                  <c:v>40577</c:v>
                </c:pt>
                <c:pt idx="34">
                  <c:v>40578</c:v>
                </c:pt>
                <c:pt idx="35">
                  <c:v>40579</c:v>
                </c:pt>
                <c:pt idx="36">
                  <c:v>40580</c:v>
                </c:pt>
                <c:pt idx="37">
                  <c:v>40581</c:v>
                </c:pt>
                <c:pt idx="38">
                  <c:v>40582</c:v>
                </c:pt>
                <c:pt idx="39">
                  <c:v>40583</c:v>
                </c:pt>
                <c:pt idx="40">
                  <c:v>40584</c:v>
                </c:pt>
                <c:pt idx="41">
                  <c:v>40585</c:v>
                </c:pt>
                <c:pt idx="42">
                  <c:v>40586</c:v>
                </c:pt>
                <c:pt idx="43">
                  <c:v>40587</c:v>
                </c:pt>
                <c:pt idx="44">
                  <c:v>40588</c:v>
                </c:pt>
                <c:pt idx="45">
                  <c:v>40589</c:v>
                </c:pt>
                <c:pt idx="46">
                  <c:v>40590</c:v>
                </c:pt>
                <c:pt idx="47">
                  <c:v>40591</c:v>
                </c:pt>
                <c:pt idx="48">
                  <c:v>40592</c:v>
                </c:pt>
                <c:pt idx="49">
                  <c:v>40593</c:v>
                </c:pt>
                <c:pt idx="50">
                  <c:v>40594</c:v>
                </c:pt>
                <c:pt idx="51">
                  <c:v>40595</c:v>
                </c:pt>
                <c:pt idx="52">
                  <c:v>40596</c:v>
                </c:pt>
                <c:pt idx="53">
                  <c:v>40597</c:v>
                </c:pt>
                <c:pt idx="54">
                  <c:v>40598</c:v>
                </c:pt>
                <c:pt idx="55">
                  <c:v>40599</c:v>
                </c:pt>
                <c:pt idx="56">
                  <c:v>40600</c:v>
                </c:pt>
                <c:pt idx="57">
                  <c:v>40601</c:v>
                </c:pt>
                <c:pt idx="58">
                  <c:v>40602</c:v>
                </c:pt>
                <c:pt idx="59">
                  <c:v>40603</c:v>
                </c:pt>
                <c:pt idx="60">
                  <c:v>40604</c:v>
                </c:pt>
                <c:pt idx="61">
                  <c:v>40605</c:v>
                </c:pt>
                <c:pt idx="62">
                  <c:v>40606</c:v>
                </c:pt>
                <c:pt idx="63">
                  <c:v>40607</c:v>
                </c:pt>
                <c:pt idx="64">
                  <c:v>40608</c:v>
                </c:pt>
                <c:pt idx="65">
                  <c:v>40609</c:v>
                </c:pt>
                <c:pt idx="66">
                  <c:v>40610</c:v>
                </c:pt>
                <c:pt idx="67">
                  <c:v>40611</c:v>
                </c:pt>
                <c:pt idx="68">
                  <c:v>40612</c:v>
                </c:pt>
                <c:pt idx="69">
                  <c:v>40613</c:v>
                </c:pt>
                <c:pt idx="70">
                  <c:v>40614</c:v>
                </c:pt>
                <c:pt idx="71">
                  <c:v>40615</c:v>
                </c:pt>
                <c:pt idx="72">
                  <c:v>40616</c:v>
                </c:pt>
                <c:pt idx="73">
                  <c:v>40617</c:v>
                </c:pt>
              </c:numCache>
            </c:numRef>
          </c:cat>
          <c:val>
            <c:numRef>
              <c:f>'Casual riderforecast'!$C$2:$C$75</c:f>
              <c:numCache>
                <c:formatCode>General</c:formatCode>
                <c:ptCount val="74"/>
                <c:pt idx="58" formatCode="0">
                  <c:v>2.1676767676768804</c:v>
                </c:pt>
                <c:pt idx="59" formatCode="0">
                  <c:v>2.1619786883420002</c:v>
                </c:pt>
                <c:pt idx="60" formatCode="0">
                  <c:v>2.1681943944576587</c:v>
                </c:pt>
                <c:pt idx="61" formatCode="0">
                  <c:v>2.1744101005733172</c:v>
                </c:pt>
                <c:pt idx="62" formatCode="0">
                  <c:v>2.1806258066889757</c:v>
                </c:pt>
                <c:pt idx="63" formatCode="0">
                  <c:v>2.1868415128046341</c:v>
                </c:pt>
                <c:pt idx="64" formatCode="0">
                  <c:v>2.1930572189202926</c:v>
                </c:pt>
                <c:pt idx="65" formatCode="0">
                  <c:v>2.1992729250359511</c:v>
                </c:pt>
                <c:pt idx="66" formatCode="0">
                  <c:v>2.2054886311516095</c:v>
                </c:pt>
                <c:pt idx="67" formatCode="0">
                  <c:v>2.211704337267268</c:v>
                </c:pt>
                <c:pt idx="68" formatCode="0">
                  <c:v>2.2179200433829265</c:v>
                </c:pt>
                <c:pt idx="69" formatCode="0">
                  <c:v>2.2241357494985849</c:v>
                </c:pt>
                <c:pt idx="70" formatCode="0">
                  <c:v>2.2303514556142434</c:v>
                </c:pt>
                <c:pt idx="71" formatCode="0">
                  <c:v>2.2365671617299019</c:v>
                </c:pt>
                <c:pt idx="72" formatCode="0">
                  <c:v>2.2427828678455604</c:v>
                </c:pt>
                <c:pt idx="73" formatCode="0">
                  <c:v>2.2489985739612188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5F0-4E65-B3B1-49F0A2F385A7}"/>
            </c:ext>
          </c:extLst>
        </c:ser>
        <c:ser>
          <c:idx val="2"/>
          <c:order val="2"/>
          <c:tx>
            <c:strRef>
              <c:f>'Casual riderforecast'!$D$1</c:f>
              <c:strCache>
                <c:ptCount val="1"/>
                <c:pt idx="0">
                  <c:v>Lower Confidence Bound</c:v>
                </c:pt>
              </c:strCache>
            </c:strRef>
          </c:tx>
          <c:spPr>
            <a:ln w="12700" cap="rnd">
              <a:solidFill>
                <a:srgbClr val="ED7D31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'Casual riderforecast'!$A$2:$A$75</c:f>
              <c:numCache>
                <c:formatCode>d\-mmm\-yy</c:formatCode>
                <c:ptCount val="74"/>
                <c:pt idx="0">
                  <c:v>40544</c:v>
                </c:pt>
                <c:pt idx="1">
                  <c:v>40545</c:v>
                </c:pt>
                <c:pt idx="2">
                  <c:v>40546</c:v>
                </c:pt>
                <c:pt idx="3">
                  <c:v>40547</c:v>
                </c:pt>
                <c:pt idx="4">
                  <c:v>40548</c:v>
                </c:pt>
                <c:pt idx="5">
                  <c:v>40549</c:v>
                </c:pt>
                <c:pt idx="6">
                  <c:v>40550</c:v>
                </c:pt>
                <c:pt idx="7">
                  <c:v>40551</c:v>
                </c:pt>
                <c:pt idx="8">
                  <c:v>40552</c:v>
                </c:pt>
                <c:pt idx="9">
                  <c:v>40553</c:v>
                </c:pt>
                <c:pt idx="10">
                  <c:v>40554</c:v>
                </c:pt>
                <c:pt idx="11">
                  <c:v>40555</c:v>
                </c:pt>
                <c:pt idx="12">
                  <c:v>40556</c:v>
                </c:pt>
                <c:pt idx="13">
                  <c:v>40557</c:v>
                </c:pt>
                <c:pt idx="14">
                  <c:v>40558</c:v>
                </c:pt>
                <c:pt idx="15">
                  <c:v>40559</c:v>
                </c:pt>
                <c:pt idx="16">
                  <c:v>40560</c:v>
                </c:pt>
                <c:pt idx="17">
                  <c:v>40561</c:v>
                </c:pt>
                <c:pt idx="18">
                  <c:v>40562</c:v>
                </c:pt>
                <c:pt idx="19">
                  <c:v>40563</c:v>
                </c:pt>
                <c:pt idx="20">
                  <c:v>40564</c:v>
                </c:pt>
                <c:pt idx="21">
                  <c:v>40565</c:v>
                </c:pt>
                <c:pt idx="22">
                  <c:v>40566</c:v>
                </c:pt>
                <c:pt idx="23">
                  <c:v>40567</c:v>
                </c:pt>
                <c:pt idx="24">
                  <c:v>40568</c:v>
                </c:pt>
                <c:pt idx="25">
                  <c:v>40569</c:v>
                </c:pt>
                <c:pt idx="26">
                  <c:v>40570</c:v>
                </c:pt>
                <c:pt idx="27">
                  <c:v>40571</c:v>
                </c:pt>
                <c:pt idx="28">
                  <c:v>40572</c:v>
                </c:pt>
                <c:pt idx="29">
                  <c:v>40573</c:v>
                </c:pt>
                <c:pt idx="30">
                  <c:v>40574</c:v>
                </c:pt>
                <c:pt idx="31">
                  <c:v>40575</c:v>
                </c:pt>
                <c:pt idx="32">
                  <c:v>40576</c:v>
                </c:pt>
                <c:pt idx="33">
                  <c:v>40577</c:v>
                </c:pt>
                <c:pt idx="34">
                  <c:v>40578</c:v>
                </c:pt>
                <c:pt idx="35">
                  <c:v>40579</c:v>
                </c:pt>
                <c:pt idx="36">
                  <c:v>40580</c:v>
                </c:pt>
                <c:pt idx="37">
                  <c:v>40581</c:v>
                </c:pt>
                <c:pt idx="38">
                  <c:v>40582</c:v>
                </c:pt>
                <c:pt idx="39">
                  <c:v>40583</c:v>
                </c:pt>
                <c:pt idx="40">
                  <c:v>40584</c:v>
                </c:pt>
                <c:pt idx="41">
                  <c:v>40585</c:v>
                </c:pt>
                <c:pt idx="42">
                  <c:v>40586</c:v>
                </c:pt>
                <c:pt idx="43">
                  <c:v>40587</c:v>
                </c:pt>
                <c:pt idx="44">
                  <c:v>40588</c:v>
                </c:pt>
                <c:pt idx="45">
                  <c:v>40589</c:v>
                </c:pt>
                <c:pt idx="46">
                  <c:v>40590</c:v>
                </c:pt>
                <c:pt idx="47">
                  <c:v>40591</c:v>
                </c:pt>
                <c:pt idx="48">
                  <c:v>40592</c:v>
                </c:pt>
                <c:pt idx="49">
                  <c:v>40593</c:v>
                </c:pt>
                <c:pt idx="50">
                  <c:v>40594</c:v>
                </c:pt>
                <c:pt idx="51">
                  <c:v>40595</c:v>
                </c:pt>
                <c:pt idx="52">
                  <c:v>40596</c:v>
                </c:pt>
                <c:pt idx="53">
                  <c:v>40597</c:v>
                </c:pt>
                <c:pt idx="54">
                  <c:v>40598</c:v>
                </c:pt>
                <c:pt idx="55">
                  <c:v>40599</c:v>
                </c:pt>
                <c:pt idx="56">
                  <c:v>40600</c:v>
                </c:pt>
                <c:pt idx="57">
                  <c:v>40601</c:v>
                </c:pt>
                <c:pt idx="58">
                  <c:v>40602</c:v>
                </c:pt>
                <c:pt idx="59">
                  <c:v>40603</c:v>
                </c:pt>
                <c:pt idx="60">
                  <c:v>40604</c:v>
                </c:pt>
                <c:pt idx="61">
                  <c:v>40605</c:v>
                </c:pt>
                <c:pt idx="62">
                  <c:v>40606</c:v>
                </c:pt>
                <c:pt idx="63">
                  <c:v>40607</c:v>
                </c:pt>
                <c:pt idx="64">
                  <c:v>40608</c:v>
                </c:pt>
                <c:pt idx="65">
                  <c:v>40609</c:v>
                </c:pt>
                <c:pt idx="66">
                  <c:v>40610</c:v>
                </c:pt>
                <c:pt idx="67">
                  <c:v>40611</c:v>
                </c:pt>
                <c:pt idx="68">
                  <c:v>40612</c:v>
                </c:pt>
                <c:pt idx="69">
                  <c:v>40613</c:v>
                </c:pt>
                <c:pt idx="70">
                  <c:v>40614</c:v>
                </c:pt>
                <c:pt idx="71">
                  <c:v>40615</c:v>
                </c:pt>
                <c:pt idx="72">
                  <c:v>40616</c:v>
                </c:pt>
                <c:pt idx="73">
                  <c:v>40617</c:v>
                </c:pt>
              </c:numCache>
            </c:numRef>
          </c:cat>
          <c:val>
            <c:numRef>
              <c:f>'Casual riderforecast'!$D$2:$D$75</c:f>
              <c:numCache>
                <c:formatCode>General</c:formatCode>
                <c:ptCount val="74"/>
                <c:pt idx="58" formatCode="0.00">
                  <c:v>2.1676767676768804</c:v>
                </c:pt>
                <c:pt idx="59" formatCode="0.00">
                  <c:v>-0.86440745019163501</c:v>
                </c:pt>
                <c:pt idx="60" formatCode="0.00">
                  <c:v>-0.88250040855776968</c:v>
                </c:pt>
                <c:pt idx="61" formatCode="0.00">
                  <c:v>-0.90078095871264674</c:v>
                </c:pt>
                <c:pt idx="62" formatCode="0.00">
                  <c:v>-0.91924760805486017</c:v>
                </c:pt>
                <c:pt idx="63" formatCode="0.00">
                  <c:v>-0.93789887771444169</c:v>
                </c:pt>
                <c:pt idx="64" formatCode="0.00">
                  <c:v>-0.95673330288517056</c:v>
                </c:pt>
                <c:pt idx="65" formatCode="0.00">
                  <c:v>-0.97574943312224161</c:v>
                </c:pt>
                <c:pt idx="66" formatCode="0.00">
                  <c:v>-0.9949458326070304</c:v>
                </c:pt>
                <c:pt idx="67" formatCode="0.00">
                  <c:v>-1.0143210803806757</c:v>
                </c:pt>
                <c:pt idx="68" formatCode="0.00">
                  <c:v>-1.0338737705481065</c:v>
                </c:pt>
                <c:pt idx="69" formatCode="0.00">
                  <c:v>-1.0536025124541299</c:v>
                </c:pt>
                <c:pt idx="70" formatCode="0.00">
                  <c:v>-1.0735059308331074</c:v>
                </c:pt>
                <c:pt idx="71" formatCode="0.00">
                  <c:v>-1.0935826659337127</c:v>
                </c:pt>
                <c:pt idx="72" formatCode="0.00">
                  <c:v>-1.1138313736202008</c:v>
                </c:pt>
                <c:pt idx="73" formatCode="0.00">
                  <c:v>-1.134250725451571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5F0-4E65-B3B1-49F0A2F385A7}"/>
            </c:ext>
          </c:extLst>
        </c:ser>
        <c:ser>
          <c:idx val="3"/>
          <c:order val="3"/>
          <c:tx>
            <c:strRef>
              <c:f>'Casual riderforecast'!$E$1</c:f>
              <c:strCache>
                <c:ptCount val="1"/>
                <c:pt idx="0">
                  <c:v>Upper Confidence Bound</c:v>
                </c:pt>
              </c:strCache>
            </c:strRef>
          </c:tx>
          <c:spPr>
            <a:ln w="12700" cap="rnd">
              <a:solidFill>
                <a:srgbClr val="ED7D31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'Casual riderforecast'!$A$2:$A$75</c:f>
              <c:numCache>
                <c:formatCode>d\-mmm\-yy</c:formatCode>
                <c:ptCount val="74"/>
                <c:pt idx="0">
                  <c:v>40544</c:v>
                </c:pt>
                <c:pt idx="1">
                  <c:v>40545</c:v>
                </c:pt>
                <c:pt idx="2">
                  <c:v>40546</c:v>
                </c:pt>
                <c:pt idx="3">
                  <c:v>40547</c:v>
                </c:pt>
                <c:pt idx="4">
                  <c:v>40548</c:v>
                </c:pt>
                <c:pt idx="5">
                  <c:v>40549</c:v>
                </c:pt>
                <c:pt idx="6">
                  <c:v>40550</c:v>
                </c:pt>
                <c:pt idx="7">
                  <c:v>40551</c:v>
                </c:pt>
                <c:pt idx="8">
                  <c:v>40552</c:v>
                </c:pt>
                <c:pt idx="9">
                  <c:v>40553</c:v>
                </c:pt>
                <c:pt idx="10">
                  <c:v>40554</c:v>
                </c:pt>
                <c:pt idx="11">
                  <c:v>40555</c:v>
                </c:pt>
                <c:pt idx="12">
                  <c:v>40556</c:v>
                </c:pt>
                <c:pt idx="13">
                  <c:v>40557</c:v>
                </c:pt>
                <c:pt idx="14">
                  <c:v>40558</c:v>
                </c:pt>
                <c:pt idx="15">
                  <c:v>40559</c:v>
                </c:pt>
                <c:pt idx="16">
                  <c:v>40560</c:v>
                </c:pt>
                <c:pt idx="17">
                  <c:v>40561</c:v>
                </c:pt>
                <c:pt idx="18">
                  <c:v>40562</c:v>
                </c:pt>
                <c:pt idx="19">
                  <c:v>40563</c:v>
                </c:pt>
                <c:pt idx="20">
                  <c:v>40564</c:v>
                </c:pt>
                <c:pt idx="21">
                  <c:v>40565</c:v>
                </c:pt>
                <c:pt idx="22">
                  <c:v>40566</c:v>
                </c:pt>
                <c:pt idx="23">
                  <c:v>40567</c:v>
                </c:pt>
                <c:pt idx="24">
                  <c:v>40568</c:v>
                </c:pt>
                <c:pt idx="25">
                  <c:v>40569</c:v>
                </c:pt>
                <c:pt idx="26">
                  <c:v>40570</c:v>
                </c:pt>
                <c:pt idx="27">
                  <c:v>40571</c:v>
                </c:pt>
                <c:pt idx="28">
                  <c:v>40572</c:v>
                </c:pt>
                <c:pt idx="29">
                  <c:v>40573</c:v>
                </c:pt>
                <c:pt idx="30">
                  <c:v>40574</c:v>
                </c:pt>
                <c:pt idx="31">
                  <c:v>40575</c:v>
                </c:pt>
                <c:pt idx="32">
                  <c:v>40576</c:v>
                </c:pt>
                <c:pt idx="33">
                  <c:v>40577</c:v>
                </c:pt>
                <c:pt idx="34">
                  <c:v>40578</c:v>
                </c:pt>
                <c:pt idx="35">
                  <c:v>40579</c:v>
                </c:pt>
                <c:pt idx="36">
                  <c:v>40580</c:v>
                </c:pt>
                <c:pt idx="37">
                  <c:v>40581</c:v>
                </c:pt>
                <c:pt idx="38">
                  <c:v>40582</c:v>
                </c:pt>
                <c:pt idx="39">
                  <c:v>40583</c:v>
                </c:pt>
                <c:pt idx="40">
                  <c:v>40584</c:v>
                </c:pt>
                <c:pt idx="41">
                  <c:v>40585</c:v>
                </c:pt>
                <c:pt idx="42">
                  <c:v>40586</c:v>
                </c:pt>
                <c:pt idx="43">
                  <c:v>40587</c:v>
                </c:pt>
                <c:pt idx="44">
                  <c:v>40588</c:v>
                </c:pt>
                <c:pt idx="45">
                  <c:v>40589</c:v>
                </c:pt>
                <c:pt idx="46">
                  <c:v>40590</c:v>
                </c:pt>
                <c:pt idx="47">
                  <c:v>40591</c:v>
                </c:pt>
                <c:pt idx="48">
                  <c:v>40592</c:v>
                </c:pt>
                <c:pt idx="49">
                  <c:v>40593</c:v>
                </c:pt>
                <c:pt idx="50">
                  <c:v>40594</c:v>
                </c:pt>
                <c:pt idx="51">
                  <c:v>40595</c:v>
                </c:pt>
                <c:pt idx="52">
                  <c:v>40596</c:v>
                </c:pt>
                <c:pt idx="53">
                  <c:v>40597</c:v>
                </c:pt>
                <c:pt idx="54">
                  <c:v>40598</c:v>
                </c:pt>
                <c:pt idx="55">
                  <c:v>40599</c:v>
                </c:pt>
                <c:pt idx="56">
                  <c:v>40600</c:v>
                </c:pt>
                <c:pt idx="57">
                  <c:v>40601</c:v>
                </c:pt>
                <c:pt idx="58">
                  <c:v>40602</c:v>
                </c:pt>
                <c:pt idx="59">
                  <c:v>40603</c:v>
                </c:pt>
                <c:pt idx="60">
                  <c:v>40604</c:v>
                </c:pt>
                <c:pt idx="61">
                  <c:v>40605</c:v>
                </c:pt>
                <c:pt idx="62">
                  <c:v>40606</c:v>
                </c:pt>
                <c:pt idx="63">
                  <c:v>40607</c:v>
                </c:pt>
                <c:pt idx="64">
                  <c:v>40608</c:v>
                </c:pt>
                <c:pt idx="65">
                  <c:v>40609</c:v>
                </c:pt>
                <c:pt idx="66">
                  <c:v>40610</c:v>
                </c:pt>
                <c:pt idx="67">
                  <c:v>40611</c:v>
                </c:pt>
                <c:pt idx="68">
                  <c:v>40612</c:v>
                </c:pt>
                <c:pt idx="69">
                  <c:v>40613</c:v>
                </c:pt>
                <c:pt idx="70">
                  <c:v>40614</c:v>
                </c:pt>
                <c:pt idx="71">
                  <c:v>40615</c:v>
                </c:pt>
                <c:pt idx="72">
                  <c:v>40616</c:v>
                </c:pt>
                <c:pt idx="73">
                  <c:v>40617</c:v>
                </c:pt>
              </c:numCache>
            </c:numRef>
          </c:cat>
          <c:val>
            <c:numRef>
              <c:f>'Casual riderforecast'!$E$2:$E$75</c:f>
              <c:numCache>
                <c:formatCode>General</c:formatCode>
                <c:ptCount val="74"/>
                <c:pt idx="58" formatCode="0.00">
                  <c:v>2.1676767676768804</c:v>
                </c:pt>
                <c:pt idx="59" formatCode="0.00">
                  <c:v>5.1883648268756355</c:v>
                </c:pt>
                <c:pt idx="60" formatCode="0.00">
                  <c:v>5.2188891974730875</c:v>
                </c:pt>
                <c:pt idx="61" formatCode="0.00">
                  <c:v>5.2496011598592816</c:v>
                </c:pt>
                <c:pt idx="62" formatCode="0.00">
                  <c:v>5.2804992214328115</c:v>
                </c:pt>
                <c:pt idx="63" formatCode="0.00">
                  <c:v>5.3115819033237095</c:v>
                </c:pt>
                <c:pt idx="64" formatCode="0.00">
                  <c:v>5.3428477407257553</c:v>
                </c:pt>
                <c:pt idx="65" formatCode="0.00">
                  <c:v>5.3742952831941437</c:v>
                </c:pt>
                <c:pt idx="66" formatCode="0.00">
                  <c:v>5.4059230949102499</c:v>
                </c:pt>
                <c:pt idx="67" formatCode="0.00">
                  <c:v>5.4377297549152122</c:v>
                </c:pt>
                <c:pt idx="68" formatCode="0.00">
                  <c:v>5.469713857313959</c:v>
                </c:pt>
                <c:pt idx="69" formatCode="0.00">
                  <c:v>5.5018740114512994</c:v>
                </c:pt>
                <c:pt idx="70" formatCode="0.00">
                  <c:v>5.5342088420615942</c:v>
                </c:pt>
                <c:pt idx="71" formatCode="0.00">
                  <c:v>5.566716989393516</c:v>
                </c:pt>
                <c:pt idx="72" formatCode="0.00">
                  <c:v>5.5993971093113215</c:v>
                </c:pt>
                <c:pt idx="73" formatCode="0.00">
                  <c:v>5.6322478733740091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5F0-4E65-B3B1-49F0A2F385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6269119"/>
        <c:axId val="485175215"/>
      </c:lineChart>
      <c:catAx>
        <c:axId val="1036269119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5175215"/>
        <c:crosses val="autoZero"/>
        <c:auto val="1"/>
        <c:lblAlgn val="ctr"/>
        <c:lblOffset val="100"/>
        <c:noMultiLvlLbl val="0"/>
      </c:catAx>
      <c:valAx>
        <c:axId val="4851752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62691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>
      <a:gsLst>
        <a:gs pos="0">
          <a:srgbClr val="92D050"/>
        </a:gs>
        <a:gs pos="74000">
          <a:schemeClr val="accent1">
            <a:lumMod val="45000"/>
            <a:lumOff val="55000"/>
          </a:schemeClr>
        </a:gs>
        <a:gs pos="83000">
          <a:schemeClr val="accent1">
            <a:lumMod val="45000"/>
            <a:lumOff val="55000"/>
          </a:schemeClr>
        </a:gs>
        <a:gs pos="100000">
          <a:schemeClr val="accent1">
            <a:lumMod val="30000"/>
            <a:lumOff val="70000"/>
          </a:schemeClr>
        </a:gs>
      </a:gsLst>
      <a:lin ang="5400000" scaled="1"/>
    </a:gradFill>
    <a:ln w="9525" cap="flat" cmpd="sng" algn="ctr">
      <a:solidFill>
        <a:schemeClr val="accent1">
          <a:shade val="15000"/>
          <a:alpha val="8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17F3858-5D6A-48EB-A51C-BF9D86EF64D0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26A34BB4-0052-4303-9F62-B9BD509E83C6}">
      <dgm:prSet phldrT="[Text]"/>
      <dgm:spPr/>
      <dgm:t>
        <a:bodyPr/>
        <a:lstStyle/>
        <a:p>
          <a:r>
            <a:rPr lang="en-IN"/>
            <a:t>Merged Dataset1 &amp;Dataset2</a:t>
          </a:r>
        </a:p>
      </dgm:t>
    </dgm:pt>
    <dgm:pt modelId="{694EE6CF-F786-47C6-8886-2F0D8673AAD5}" type="parTrans" cxnId="{8AA70937-D214-464A-8DE8-EA608EE23208}">
      <dgm:prSet/>
      <dgm:spPr/>
      <dgm:t>
        <a:bodyPr/>
        <a:lstStyle/>
        <a:p>
          <a:endParaRPr lang="en-IN"/>
        </a:p>
      </dgm:t>
    </dgm:pt>
    <dgm:pt modelId="{3A461AFC-5ED5-4C1B-B8FF-0A3B1243C26B}" type="sibTrans" cxnId="{8AA70937-D214-464A-8DE8-EA608EE23208}">
      <dgm:prSet/>
      <dgm:spPr/>
      <dgm:t>
        <a:bodyPr/>
        <a:lstStyle/>
        <a:p>
          <a:endParaRPr lang="en-IN"/>
        </a:p>
      </dgm:t>
    </dgm:pt>
    <dgm:pt modelId="{A16DF3DC-7282-4B85-8CED-ABD0D656B32F}">
      <dgm:prSet phldrT="[Text]"/>
      <dgm:spPr/>
      <dgm:t>
        <a:bodyPr/>
        <a:lstStyle/>
        <a:p>
          <a:r>
            <a:rPr lang="en-IN"/>
            <a:t>Append Merged Sheet with Dataset3</a:t>
          </a:r>
        </a:p>
      </dgm:t>
    </dgm:pt>
    <dgm:pt modelId="{8F5987A5-CE93-4AC2-9A5A-755B4F8A2D52}" type="parTrans" cxnId="{D4DE3052-C4C0-48D4-B5FE-7BC5C5358F05}">
      <dgm:prSet/>
      <dgm:spPr/>
      <dgm:t>
        <a:bodyPr/>
        <a:lstStyle/>
        <a:p>
          <a:endParaRPr lang="en-IN"/>
        </a:p>
      </dgm:t>
    </dgm:pt>
    <dgm:pt modelId="{9DF9BFC2-88FF-42BA-829E-A49F35094CD9}" type="sibTrans" cxnId="{D4DE3052-C4C0-48D4-B5FE-7BC5C5358F05}">
      <dgm:prSet/>
      <dgm:spPr/>
      <dgm:t>
        <a:bodyPr/>
        <a:lstStyle/>
        <a:p>
          <a:endParaRPr lang="en-IN"/>
        </a:p>
      </dgm:t>
    </dgm:pt>
    <dgm:pt modelId="{E293F62B-3568-40C2-88C6-4822C72C32A9}">
      <dgm:prSet phldrT="[Text]"/>
      <dgm:spPr/>
      <dgm:t>
        <a:bodyPr/>
        <a:lstStyle/>
        <a:p>
          <a:r>
            <a:rPr lang="en-IN" dirty="0"/>
            <a:t>Convert the </a:t>
          </a:r>
          <a:r>
            <a:rPr lang="en-IN" dirty="0" err="1"/>
            <a:t>colums</a:t>
          </a:r>
          <a:r>
            <a:rPr lang="en-IN" dirty="0"/>
            <a:t> in meaningful values by using formulas</a:t>
          </a:r>
        </a:p>
      </dgm:t>
    </dgm:pt>
    <dgm:pt modelId="{938C9EEA-10F7-4C2F-AD34-EFD1C00A9931}" type="parTrans" cxnId="{AC8DC301-088C-4421-8B18-0AD69E308FD3}">
      <dgm:prSet/>
      <dgm:spPr/>
      <dgm:t>
        <a:bodyPr/>
        <a:lstStyle/>
        <a:p>
          <a:endParaRPr lang="en-IN"/>
        </a:p>
      </dgm:t>
    </dgm:pt>
    <dgm:pt modelId="{0986EC17-49DA-4289-900A-4346D06E4080}" type="sibTrans" cxnId="{AC8DC301-088C-4421-8B18-0AD69E308FD3}">
      <dgm:prSet/>
      <dgm:spPr/>
      <dgm:t>
        <a:bodyPr/>
        <a:lstStyle/>
        <a:p>
          <a:endParaRPr lang="en-IN"/>
        </a:p>
      </dgm:t>
    </dgm:pt>
    <dgm:pt modelId="{3A90A0A4-2C2D-4879-8609-873B93FECE04}">
      <dgm:prSet phldrT="[Text]"/>
      <dgm:spPr/>
      <dgm:t>
        <a:bodyPr/>
        <a:lstStyle/>
        <a:p>
          <a:r>
            <a:rPr lang="en-IN" dirty="0"/>
            <a:t>Preprocess the file by remove duplicate columns and rows</a:t>
          </a:r>
        </a:p>
      </dgm:t>
    </dgm:pt>
    <dgm:pt modelId="{6C5D0AE7-2653-4EAB-A771-1345FD2F239C}" type="sibTrans" cxnId="{E3674D13-232D-410F-B88B-81A85D5C7C93}">
      <dgm:prSet/>
      <dgm:spPr/>
      <dgm:t>
        <a:bodyPr/>
        <a:lstStyle/>
        <a:p>
          <a:endParaRPr lang="en-IN"/>
        </a:p>
      </dgm:t>
    </dgm:pt>
    <dgm:pt modelId="{41B68232-6E1A-4D0C-BB42-E754F7508D0B}" type="parTrans" cxnId="{E3674D13-232D-410F-B88B-81A85D5C7C93}">
      <dgm:prSet/>
      <dgm:spPr/>
      <dgm:t>
        <a:bodyPr/>
        <a:lstStyle/>
        <a:p>
          <a:endParaRPr lang="en-IN"/>
        </a:p>
      </dgm:t>
    </dgm:pt>
    <dgm:pt modelId="{ACC37161-4BB5-432A-BF4B-970B2353B541}">
      <dgm:prSet phldrT="[Text]"/>
      <dgm:spPr/>
      <dgm:t>
        <a:bodyPr/>
        <a:lstStyle/>
        <a:p>
          <a:r>
            <a:rPr lang="en-IN"/>
            <a:t>Create multiple pivot table and based  dashboards</a:t>
          </a:r>
        </a:p>
      </dgm:t>
    </dgm:pt>
    <dgm:pt modelId="{42607D86-B00D-44D5-B474-EFB52B66125F}" type="parTrans" cxnId="{BC0424B6-BA90-4E10-B7C2-711CF9F27C2C}">
      <dgm:prSet/>
      <dgm:spPr/>
      <dgm:t>
        <a:bodyPr/>
        <a:lstStyle/>
        <a:p>
          <a:endParaRPr lang="en-IN"/>
        </a:p>
      </dgm:t>
    </dgm:pt>
    <dgm:pt modelId="{CB050018-5E2C-4B35-AE7C-906CE1875FAC}" type="sibTrans" cxnId="{BC0424B6-BA90-4E10-B7C2-711CF9F27C2C}">
      <dgm:prSet/>
      <dgm:spPr/>
      <dgm:t>
        <a:bodyPr/>
        <a:lstStyle/>
        <a:p>
          <a:endParaRPr lang="en-IN"/>
        </a:p>
      </dgm:t>
    </dgm:pt>
    <dgm:pt modelId="{884C25ED-5DB7-43AB-AD38-0E4C32B3D66E}">
      <dgm:prSet phldrT="[Text]"/>
      <dgm:spPr/>
      <dgm:t>
        <a:bodyPr/>
        <a:lstStyle/>
        <a:p>
          <a:r>
            <a:rPr lang="en-IN"/>
            <a:t>Done the statistical analysis  to forecast</a:t>
          </a:r>
        </a:p>
      </dgm:t>
    </dgm:pt>
    <dgm:pt modelId="{6A35291F-47D9-4B66-927F-E351684D6DC5}" type="parTrans" cxnId="{710456EC-1C53-4008-BDF7-D62A18D0C3B1}">
      <dgm:prSet/>
      <dgm:spPr/>
      <dgm:t>
        <a:bodyPr/>
        <a:lstStyle/>
        <a:p>
          <a:endParaRPr lang="en-IN"/>
        </a:p>
      </dgm:t>
    </dgm:pt>
    <dgm:pt modelId="{2D84DCC5-1E54-46F0-B8D6-32BFF50FB403}" type="sibTrans" cxnId="{710456EC-1C53-4008-BDF7-D62A18D0C3B1}">
      <dgm:prSet/>
      <dgm:spPr/>
      <dgm:t>
        <a:bodyPr/>
        <a:lstStyle/>
        <a:p>
          <a:endParaRPr lang="en-IN"/>
        </a:p>
      </dgm:t>
    </dgm:pt>
    <dgm:pt modelId="{27AEC5B1-5FEF-4BE7-BB16-7489E302422D}" type="pres">
      <dgm:prSet presAssocID="{C17F3858-5D6A-48EB-A51C-BF9D86EF64D0}" presName="Name0" presStyleCnt="0">
        <dgm:presLayoutVars>
          <dgm:dir/>
          <dgm:resizeHandles val="exact"/>
        </dgm:presLayoutVars>
      </dgm:prSet>
      <dgm:spPr/>
    </dgm:pt>
    <dgm:pt modelId="{DB58A750-7AD9-4ADA-AA0B-D779734D23EE}" type="pres">
      <dgm:prSet presAssocID="{26A34BB4-0052-4303-9F62-B9BD509E83C6}" presName="node" presStyleLbl="node1" presStyleIdx="0" presStyleCnt="6">
        <dgm:presLayoutVars>
          <dgm:bulletEnabled val="1"/>
        </dgm:presLayoutVars>
      </dgm:prSet>
      <dgm:spPr/>
    </dgm:pt>
    <dgm:pt modelId="{C56FF245-2F8D-4E02-9554-642FC3FBB650}" type="pres">
      <dgm:prSet presAssocID="{3A461AFC-5ED5-4C1B-B8FF-0A3B1243C26B}" presName="sibTrans" presStyleLbl="sibTrans2D1" presStyleIdx="0" presStyleCnt="5"/>
      <dgm:spPr/>
    </dgm:pt>
    <dgm:pt modelId="{07B6272B-DE58-4597-AB24-E5A514C88940}" type="pres">
      <dgm:prSet presAssocID="{3A461AFC-5ED5-4C1B-B8FF-0A3B1243C26B}" presName="connectorText" presStyleLbl="sibTrans2D1" presStyleIdx="0" presStyleCnt="5"/>
      <dgm:spPr/>
    </dgm:pt>
    <dgm:pt modelId="{F173AE4C-6148-4680-A1F1-1C5C860F9955}" type="pres">
      <dgm:prSet presAssocID="{A16DF3DC-7282-4B85-8CED-ABD0D656B32F}" presName="node" presStyleLbl="node1" presStyleIdx="1" presStyleCnt="6">
        <dgm:presLayoutVars>
          <dgm:bulletEnabled val="1"/>
        </dgm:presLayoutVars>
      </dgm:prSet>
      <dgm:spPr/>
    </dgm:pt>
    <dgm:pt modelId="{D1907734-6827-48BE-8AE9-4FB435C178CC}" type="pres">
      <dgm:prSet presAssocID="{9DF9BFC2-88FF-42BA-829E-A49F35094CD9}" presName="sibTrans" presStyleLbl="sibTrans2D1" presStyleIdx="1" presStyleCnt="5"/>
      <dgm:spPr/>
    </dgm:pt>
    <dgm:pt modelId="{6BA659FC-5DE5-4261-AD29-5B5CC93AD9D6}" type="pres">
      <dgm:prSet presAssocID="{9DF9BFC2-88FF-42BA-829E-A49F35094CD9}" presName="connectorText" presStyleLbl="sibTrans2D1" presStyleIdx="1" presStyleCnt="5"/>
      <dgm:spPr/>
    </dgm:pt>
    <dgm:pt modelId="{2D4BF02D-CCC7-4B4B-993E-97D4518A2654}" type="pres">
      <dgm:prSet presAssocID="{3A90A0A4-2C2D-4879-8609-873B93FECE04}" presName="node" presStyleLbl="node1" presStyleIdx="2" presStyleCnt="6">
        <dgm:presLayoutVars>
          <dgm:bulletEnabled val="1"/>
        </dgm:presLayoutVars>
      </dgm:prSet>
      <dgm:spPr/>
    </dgm:pt>
    <dgm:pt modelId="{9AF67A12-4776-41D6-B0B4-2EB53BEB1760}" type="pres">
      <dgm:prSet presAssocID="{6C5D0AE7-2653-4EAB-A771-1345FD2F239C}" presName="sibTrans" presStyleLbl="sibTrans2D1" presStyleIdx="2" presStyleCnt="5"/>
      <dgm:spPr/>
    </dgm:pt>
    <dgm:pt modelId="{5AE900BA-05BB-4803-A95E-0D2751DC817A}" type="pres">
      <dgm:prSet presAssocID="{6C5D0AE7-2653-4EAB-A771-1345FD2F239C}" presName="connectorText" presStyleLbl="sibTrans2D1" presStyleIdx="2" presStyleCnt="5"/>
      <dgm:spPr/>
    </dgm:pt>
    <dgm:pt modelId="{5A5C7B3D-AD39-4C3A-A6EA-59C5A9C81246}" type="pres">
      <dgm:prSet presAssocID="{E293F62B-3568-40C2-88C6-4822C72C32A9}" presName="node" presStyleLbl="node1" presStyleIdx="3" presStyleCnt="6">
        <dgm:presLayoutVars>
          <dgm:bulletEnabled val="1"/>
        </dgm:presLayoutVars>
      </dgm:prSet>
      <dgm:spPr/>
    </dgm:pt>
    <dgm:pt modelId="{F1C48AD2-BF23-4AA1-8D9F-2DA466F0FB41}" type="pres">
      <dgm:prSet presAssocID="{0986EC17-49DA-4289-900A-4346D06E4080}" presName="sibTrans" presStyleLbl="sibTrans2D1" presStyleIdx="3" presStyleCnt="5"/>
      <dgm:spPr/>
    </dgm:pt>
    <dgm:pt modelId="{ED16DB55-28CE-41BB-BFA4-80C0FC73EF63}" type="pres">
      <dgm:prSet presAssocID="{0986EC17-49DA-4289-900A-4346D06E4080}" presName="connectorText" presStyleLbl="sibTrans2D1" presStyleIdx="3" presStyleCnt="5"/>
      <dgm:spPr/>
    </dgm:pt>
    <dgm:pt modelId="{3BE99D86-58B1-4173-89D2-39F1BF74A1EA}" type="pres">
      <dgm:prSet presAssocID="{ACC37161-4BB5-432A-BF4B-970B2353B541}" presName="node" presStyleLbl="node1" presStyleIdx="4" presStyleCnt="6">
        <dgm:presLayoutVars>
          <dgm:bulletEnabled val="1"/>
        </dgm:presLayoutVars>
      </dgm:prSet>
      <dgm:spPr/>
    </dgm:pt>
    <dgm:pt modelId="{2AA8705C-2B5B-4067-9966-9F1D2C14F99E}" type="pres">
      <dgm:prSet presAssocID="{CB050018-5E2C-4B35-AE7C-906CE1875FAC}" presName="sibTrans" presStyleLbl="sibTrans2D1" presStyleIdx="4" presStyleCnt="5"/>
      <dgm:spPr/>
    </dgm:pt>
    <dgm:pt modelId="{EB8A98AD-63FD-446C-A881-9D5F6A4FE7A1}" type="pres">
      <dgm:prSet presAssocID="{CB050018-5E2C-4B35-AE7C-906CE1875FAC}" presName="connectorText" presStyleLbl="sibTrans2D1" presStyleIdx="4" presStyleCnt="5"/>
      <dgm:spPr/>
    </dgm:pt>
    <dgm:pt modelId="{A0AEBA91-F49C-4170-9E03-72EEEA136845}" type="pres">
      <dgm:prSet presAssocID="{884C25ED-5DB7-43AB-AD38-0E4C32B3D66E}" presName="node" presStyleLbl="node1" presStyleIdx="5" presStyleCnt="6">
        <dgm:presLayoutVars>
          <dgm:bulletEnabled val="1"/>
        </dgm:presLayoutVars>
      </dgm:prSet>
      <dgm:spPr/>
    </dgm:pt>
  </dgm:ptLst>
  <dgm:cxnLst>
    <dgm:cxn modelId="{AC8DC301-088C-4421-8B18-0AD69E308FD3}" srcId="{C17F3858-5D6A-48EB-A51C-BF9D86EF64D0}" destId="{E293F62B-3568-40C2-88C6-4822C72C32A9}" srcOrd="3" destOrd="0" parTransId="{938C9EEA-10F7-4C2F-AD34-EFD1C00A9931}" sibTransId="{0986EC17-49DA-4289-900A-4346D06E4080}"/>
    <dgm:cxn modelId="{E3674D13-232D-410F-B88B-81A85D5C7C93}" srcId="{C17F3858-5D6A-48EB-A51C-BF9D86EF64D0}" destId="{3A90A0A4-2C2D-4879-8609-873B93FECE04}" srcOrd="2" destOrd="0" parTransId="{41B68232-6E1A-4D0C-BB42-E754F7508D0B}" sibTransId="{6C5D0AE7-2653-4EAB-A771-1345FD2F239C}"/>
    <dgm:cxn modelId="{47B19F18-7AC1-49CA-BCD6-421DB7A0BBE5}" type="presOf" srcId="{A16DF3DC-7282-4B85-8CED-ABD0D656B32F}" destId="{F173AE4C-6148-4680-A1F1-1C5C860F9955}" srcOrd="0" destOrd="0" presId="urn:microsoft.com/office/officeart/2005/8/layout/process1"/>
    <dgm:cxn modelId="{25860136-F317-458C-98E6-4B2ED2CBF379}" type="presOf" srcId="{CB050018-5E2C-4B35-AE7C-906CE1875FAC}" destId="{EB8A98AD-63FD-446C-A881-9D5F6A4FE7A1}" srcOrd="1" destOrd="0" presId="urn:microsoft.com/office/officeart/2005/8/layout/process1"/>
    <dgm:cxn modelId="{8AA70937-D214-464A-8DE8-EA608EE23208}" srcId="{C17F3858-5D6A-48EB-A51C-BF9D86EF64D0}" destId="{26A34BB4-0052-4303-9F62-B9BD509E83C6}" srcOrd="0" destOrd="0" parTransId="{694EE6CF-F786-47C6-8886-2F0D8673AAD5}" sibTransId="{3A461AFC-5ED5-4C1B-B8FF-0A3B1243C26B}"/>
    <dgm:cxn modelId="{CF147564-8EB9-4479-9A88-36FD040520AC}" type="presOf" srcId="{CB050018-5E2C-4B35-AE7C-906CE1875FAC}" destId="{2AA8705C-2B5B-4067-9966-9F1D2C14F99E}" srcOrd="0" destOrd="0" presId="urn:microsoft.com/office/officeart/2005/8/layout/process1"/>
    <dgm:cxn modelId="{7B2B5A50-FE17-49B5-B2E3-761641389A32}" type="presOf" srcId="{9DF9BFC2-88FF-42BA-829E-A49F35094CD9}" destId="{D1907734-6827-48BE-8AE9-4FB435C178CC}" srcOrd="0" destOrd="0" presId="urn:microsoft.com/office/officeart/2005/8/layout/process1"/>
    <dgm:cxn modelId="{D4DE3052-C4C0-48D4-B5FE-7BC5C5358F05}" srcId="{C17F3858-5D6A-48EB-A51C-BF9D86EF64D0}" destId="{A16DF3DC-7282-4B85-8CED-ABD0D656B32F}" srcOrd="1" destOrd="0" parTransId="{8F5987A5-CE93-4AC2-9A5A-755B4F8A2D52}" sibTransId="{9DF9BFC2-88FF-42BA-829E-A49F35094CD9}"/>
    <dgm:cxn modelId="{B9B0D052-F415-412F-BA96-B52E1E49D51C}" type="presOf" srcId="{3A90A0A4-2C2D-4879-8609-873B93FECE04}" destId="{2D4BF02D-CCC7-4B4B-993E-97D4518A2654}" srcOrd="0" destOrd="0" presId="urn:microsoft.com/office/officeart/2005/8/layout/process1"/>
    <dgm:cxn modelId="{9748FB7E-7E32-4983-AB0D-D799B1708EE6}" type="presOf" srcId="{E293F62B-3568-40C2-88C6-4822C72C32A9}" destId="{5A5C7B3D-AD39-4C3A-A6EA-59C5A9C81246}" srcOrd="0" destOrd="0" presId="urn:microsoft.com/office/officeart/2005/8/layout/process1"/>
    <dgm:cxn modelId="{03E80793-A06E-4A6C-9F2A-BF1C643D883E}" type="presOf" srcId="{884C25ED-5DB7-43AB-AD38-0E4C32B3D66E}" destId="{A0AEBA91-F49C-4170-9E03-72EEEA136845}" srcOrd="0" destOrd="0" presId="urn:microsoft.com/office/officeart/2005/8/layout/process1"/>
    <dgm:cxn modelId="{918022A9-AE23-4B00-B702-D3A216918C3B}" type="presOf" srcId="{0986EC17-49DA-4289-900A-4346D06E4080}" destId="{F1C48AD2-BF23-4AA1-8D9F-2DA466F0FB41}" srcOrd="0" destOrd="0" presId="urn:microsoft.com/office/officeart/2005/8/layout/process1"/>
    <dgm:cxn modelId="{8BA324A9-FD63-495F-A05A-8EEE17AAED88}" type="presOf" srcId="{6C5D0AE7-2653-4EAB-A771-1345FD2F239C}" destId="{5AE900BA-05BB-4803-A95E-0D2751DC817A}" srcOrd="1" destOrd="0" presId="urn:microsoft.com/office/officeart/2005/8/layout/process1"/>
    <dgm:cxn modelId="{0366A0B0-55AC-499A-A5F4-654A7F17FF52}" type="presOf" srcId="{6C5D0AE7-2653-4EAB-A771-1345FD2F239C}" destId="{9AF67A12-4776-41D6-B0B4-2EB53BEB1760}" srcOrd="0" destOrd="0" presId="urn:microsoft.com/office/officeart/2005/8/layout/process1"/>
    <dgm:cxn modelId="{78A63CB3-5F44-4CF7-B6F5-778789033CB6}" type="presOf" srcId="{3A461AFC-5ED5-4C1B-B8FF-0A3B1243C26B}" destId="{07B6272B-DE58-4597-AB24-E5A514C88940}" srcOrd="1" destOrd="0" presId="urn:microsoft.com/office/officeart/2005/8/layout/process1"/>
    <dgm:cxn modelId="{BC0424B6-BA90-4E10-B7C2-711CF9F27C2C}" srcId="{C17F3858-5D6A-48EB-A51C-BF9D86EF64D0}" destId="{ACC37161-4BB5-432A-BF4B-970B2353B541}" srcOrd="4" destOrd="0" parTransId="{42607D86-B00D-44D5-B474-EFB52B66125F}" sibTransId="{CB050018-5E2C-4B35-AE7C-906CE1875FAC}"/>
    <dgm:cxn modelId="{C7F04EC7-C967-4757-BE69-9FD54C4F4F1C}" type="presOf" srcId="{26A34BB4-0052-4303-9F62-B9BD509E83C6}" destId="{DB58A750-7AD9-4ADA-AA0B-D779734D23EE}" srcOrd="0" destOrd="0" presId="urn:microsoft.com/office/officeart/2005/8/layout/process1"/>
    <dgm:cxn modelId="{570D83C9-2C14-45CA-83BF-D705C76FFBC3}" type="presOf" srcId="{9DF9BFC2-88FF-42BA-829E-A49F35094CD9}" destId="{6BA659FC-5DE5-4261-AD29-5B5CC93AD9D6}" srcOrd="1" destOrd="0" presId="urn:microsoft.com/office/officeart/2005/8/layout/process1"/>
    <dgm:cxn modelId="{92CF4ECA-53FF-40E2-91A7-7640754AC172}" type="presOf" srcId="{3A461AFC-5ED5-4C1B-B8FF-0A3B1243C26B}" destId="{C56FF245-2F8D-4E02-9554-642FC3FBB650}" srcOrd="0" destOrd="0" presId="urn:microsoft.com/office/officeart/2005/8/layout/process1"/>
    <dgm:cxn modelId="{E513D7D5-6121-4F1E-A078-2465C6292B15}" type="presOf" srcId="{C17F3858-5D6A-48EB-A51C-BF9D86EF64D0}" destId="{27AEC5B1-5FEF-4BE7-BB16-7489E302422D}" srcOrd="0" destOrd="0" presId="urn:microsoft.com/office/officeart/2005/8/layout/process1"/>
    <dgm:cxn modelId="{E0378FD6-C0E8-4E07-A9A8-3FAEFF6FC519}" type="presOf" srcId="{ACC37161-4BB5-432A-BF4B-970B2353B541}" destId="{3BE99D86-58B1-4173-89D2-39F1BF74A1EA}" srcOrd="0" destOrd="0" presId="urn:microsoft.com/office/officeart/2005/8/layout/process1"/>
    <dgm:cxn modelId="{710456EC-1C53-4008-BDF7-D62A18D0C3B1}" srcId="{C17F3858-5D6A-48EB-A51C-BF9D86EF64D0}" destId="{884C25ED-5DB7-43AB-AD38-0E4C32B3D66E}" srcOrd="5" destOrd="0" parTransId="{6A35291F-47D9-4B66-927F-E351684D6DC5}" sibTransId="{2D84DCC5-1E54-46F0-B8D6-32BFF50FB403}"/>
    <dgm:cxn modelId="{78FE5BF3-9851-409E-83BC-FE580E85C788}" type="presOf" srcId="{0986EC17-49DA-4289-900A-4346D06E4080}" destId="{ED16DB55-28CE-41BB-BFA4-80C0FC73EF63}" srcOrd="1" destOrd="0" presId="urn:microsoft.com/office/officeart/2005/8/layout/process1"/>
    <dgm:cxn modelId="{B27BF5B9-A75F-45C4-AF54-C0EE6CA4EC7D}" type="presParOf" srcId="{27AEC5B1-5FEF-4BE7-BB16-7489E302422D}" destId="{DB58A750-7AD9-4ADA-AA0B-D779734D23EE}" srcOrd="0" destOrd="0" presId="urn:microsoft.com/office/officeart/2005/8/layout/process1"/>
    <dgm:cxn modelId="{C6AF72B5-6E00-4309-8F88-5D6800066238}" type="presParOf" srcId="{27AEC5B1-5FEF-4BE7-BB16-7489E302422D}" destId="{C56FF245-2F8D-4E02-9554-642FC3FBB650}" srcOrd="1" destOrd="0" presId="urn:microsoft.com/office/officeart/2005/8/layout/process1"/>
    <dgm:cxn modelId="{4D078DE4-DA4C-4291-A8D3-5FF1E1BBCFCD}" type="presParOf" srcId="{C56FF245-2F8D-4E02-9554-642FC3FBB650}" destId="{07B6272B-DE58-4597-AB24-E5A514C88940}" srcOrd="0" destOrd="0" presId="urn:microsoft.com/office/officeart/2005/8/layout/process1"/>
    <dgm:cxn modelId="{737B3B78-D96D-45E6-84B9-678EF083A009}" type="presParOf" srcId="{27AEC5B1-5FEF-4BE7-BB16-7489E302422D}" destId="{F173AE4C-6148-4680-A1F1-1C5C860F9955}" srcOrd="2" destOrd="0" presId="urn:microsoft.com/office/officeart/2005/8/layout/process1"/>
    <dgm:cxn modelId="{D8969446-B3B8-4AB0-99D9-18CF05566956}" type="presParOf" srcId="{27AEC5B1-5FEF-4BE7-BB16-7489E302422D}" destId="{D1907734-6827-48BE-8AE9-4FB435C178CC}" srcOrd="3" destOrd="0" presId="urn:microsoft.com/office/officeart/2005/8/layout/process1"/>
    <dgm:cxn modelId="{034CA43F-73B7-45B8-AB62-84D1D15EC18C}" type="presParOf" srcId="{D1907734-6827-48BE-8AE9-4FB435C178CC}" destId="{6BA659FC-5DE5-4261-AD29-5B5CC93AD9D6}" srcOrd="0" destOrd="0" presId="urn:microsoft.com/office/officeart/2005/8/layout/process1"/>
    <dgm:cxn modelId="{AA88F8A1-63AF-4C88-BFA8-1A4F8759CF61}" type="presParOf" srcId="{27AEC5B1-5FEF-4BE7-BB16-7489E302422D}" destId="{2D4BF02D-CCC7-4B4B-993E-97D4518A2654}" srcOrd="4" destOrd="0" presId="urn:microsoft.com/office/officeart/2005/8/layout/process1"/>
    <dgm:cxn modelId="{E369B1CE-0C2B-487D-80F7-5E9125EF26AA}" type="presParOf" srcId="{27AEC5B1-5FEF-4BE7-BB16-7489E302422D}" destId="{9AF67A12-4776-41D6-B0B4-2EB53BEB1760}" srcOrd="5" destOrd="0" presId="urn:microsoft.com/office/officeart/2005/8/layout/process1"/>
    <dgm:cxn modelId="{842F4D75-579C-421E-933A-2897EF836DFE}" type="presParOf" srcId="{9AF67A12-4776-41D6-B0B4-2EB53BEB1760}" destId="{5AE900BA-05BB-4803-A95E-0D2751DC817A}" srcOrd="0" destOrd="0" presId="urn:microsoft.com/office/officeart/2005/8/layout/process1"/>
    <dgm:cxn modelId="{39B6B830-7E0E-4C7C-9796-D5D4E516B8AF}" type="presParOf" srcId="{27AEC5B1-5FEF-4BE7-BB16-7489E302422D}" destId="{5A5C7B3D-AD39-4C3A-A6EA-59C5A9C81246}" srcOrd="6" destOrd="0" presId="urn:microsoft.com/office/officeart/2005/8/layout/process1"/>
    <dgm:cxn modelId="{E2C4A410-0AD1-4D42-B32E-A3857E93E421}" type="presParOf" srcId="{27AEC5B1-5FEF-4BE7-BB16-7489E302422D}" destId="{F1C48AD2-BF23-4AA1-8D9F-2DA466F0FB41}" srcOrd="7" destOrd="0" presId="urn:microsoft.com/office/officeart/2005/8/layout/process1"/>
    <dgm:cxn modelId="{D2444478-DBCC-4562-8EE9-6916835BBD1B}" type="presParOf" srcId="{F1C48AD2-BF23-4AA1-8D9F-2DA466F0FB41}" destId="{ED16DB55-28CE-41BB-BFA4-80C0FC73EF63}" srcOrd="0" destOrd="0" presId="urn:microsoft.com/office/officeart/2005/8/layout/process1"/>
    <dgm:cxn modelId="{FB33BCD2-439D-4AE6-84A7-03478FE1DDC1}" type="presParOf" srcId="{27AEC5B1-5FEF-4BE7-BB16-7489E302422D}" destId="{3BE99D86-58B1-4173-89D2-39F1BF74A1EA}" srcOrd="8" destOrd="0" presId="urn:microsoft.com/office/officeart/2005/8/layout/process1"/>
    <dgm:cxn modelId="{8D3201C7-F9B7-4887-8411-998916A521CE}" type="presParOf" srcId="{27AEC5B1-5FEF-4BE7-BB16-7489E302422D}" destId="{2AA8705C-2B5B-4067-9966-9F1D2C14F99E}" srcOrd="9" destOrd="0" presId="urn:microsoft.com/office/officeart/2005/8/layout/process1"/>
    <dgm:cxn modelId="{CDEBC9FF-7DF0-483F-B89F-F8EBB96B236B}" type="presParOf" srcId="{2AA8705C-2B5B-4067-9966-9F1D2C14F99E}" destId="{EB8A98AD-63FD-446C-A881-9D5F6A4FE7A1}" srcOrd="0" destOrd="0" presId="urn:microsoft.com/office/officeart/2005/8/layout/process1"/>
    <dgm:cxn modelId="{789F6F67-2941-4555-82FD-125614354D0A}" type="presParOf" srcId="{27AEC5B1-5FEF-4BE7-BB16-7489E302422D}" destId="{A0AEBA91-F49C-4170-9E03-72EEEA136845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58A750-7AD9-4ADA-AA0B-D779734D23EE}">
      <dsp:nvSpPr>
        <dsp:cNvPr id="0" name=""/>
        <dsp:cNvSpPr/>
      </dsp:nvSpPr>
      <dsp:spPr>
        <a:xfrm>
          <a:off x="0" y="1001242"/>
          <a:ext cx="1103494" cy="134761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/>
            <a:t>Merged Dataset1 &amp;Dataset2</a:t>
          </a:r>
        </a:p>
      </dsp:txBody>
      <dsp:txXfrm>
        <a:off x="32320" y="1033562"/>
        <a:ext cx="1038854" cy="1282971"/>
      </dsp:txXfrm>
    </dsp:sp>
    <dsp:sp modelId="{C56FF245-2F8D-4E02-9554-642FC3FBB650}">
      <dsp:nvSpPr>
        <dsp:cNvPr id="0" name=""/>
        <dsp:cNvSpPr/>
      </dsp:nvSpPr>
      <dsp:spPr>
        <a:xfrm>
          <a:off x="1213843" y="1538214"/>
          <a:ext cx="233940" cy="2736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100" kern="1200"/>
        </a:p>
      </dsp:txBody>
      <dsp:txXfrm>
        <a:off x="1213843" y="1592947"/>
        <a:ext cx="163758" cy="164200"/>
      </dsp:txXfrm>
    </dsp:sp>
    <dsp:sp modelId="{F173AE4C-6148-4680-A1F1-1C5C860F9955}">
      <dsp:nvSpPr>
        <dsp:cNvPr id="0" name=""/>
        <dsp:cNvSpPr/>
      </dsp:nvSpPr>
      <dsp:spPr>
        <a:xfrm>
          <a:off x="1544892" y="1001242"/>
          <a:ext cx="1103494" cy="134761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/>
            <a:t>Append Merged Sheet with Dataset3</a:t>
          </a:r>
        </a:p>
      </dsp:txBody>
      <dsp:txXfrm>
        <a:off x="1577212" y="1033562"/>
        <a:ext cx="1038854" cy="1282971"/>
      </dsp:txXfrm>
    </dsp:sp>
    <dsp:sp modelId="{D1907734-6827-48BE-8AE9-4FB435C178CC}">
      <dsp:nvSpPr>
        <dsp:cNvPr id="0" name=""/>
        <dsp:cNvSpPr/>
      </dsp:nvSpPr>
      <dsp:spPr>
        <a:xfrm>
          <a:off x="2758735" y="1538214"/>
          <a:ext cx="233940" cy="2736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100" kern="1200"/>
        </a:p>
      </dsp:txBody>
      <dsp:txXfrm>
        <a:off x="2758735" y="1592947"/>
        <a:ext cx="163758" cy="164200"/>
      </dsp:txXfrm>
    </dsp:sp>
    <dsp:sp modelId="{2D4BF02D-CCC7-4B4B-993E-97D4518A2654}">
      <dsp:nvSpPr>
        <dsp:cNvPr id="0" name=""/>
        <dsp:cNvSpPr/>
      </dsp:nvSpPr>
      <dsp:spPr>
        <a:xfrm>
          <a:off x="3089784" y="1001242"/>
          <a:ext cx="1103494" cy="134761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 dirty="0"/>
            <a:t>Preprocess the file by remove duplicate columns and rows</a:t>
          </a:r>
        </a:p>
      </dsp:txBody>
      <dsp:txXfrm>
        <a:off x="3122104" y="1033562"/>
        <a:ext cx="1038854" cy="1282971"/>
      </dsp:txXfrm>
    </dsp:sp>
    <dsp:sp modelId="{9AF67A12-4776-41D6-B0B4-2EB53BEB1760}">
      <dsp:nvSpPr>
        <dsp:cNvPr id="0" name=""/>
        <dsp:cNvSpPr/>
      </dsp:nvSpPr>
      <dsp:spPr>
        <a:xfrm>
          <a:off x="4303628" y="1538214"/>
          <a:ext cx="233940" cy="2736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100" kern="1200"/>
        </a:p>
      </dsp:txBody>
      <dsp:txXfrm>
        <a:off x="4303628" y="1592947"/>
        <a:ext cx="163758" cy="164200"/>
      </dsp:txXfrm>
    </dsp:sp>
    <dsp:sp modelId="{5A5C7B3D-AD39-4C3A-A6EA-59C5A9C81246}">
      <dsp:nvSpPr>
        <dsp:cNvPr id="0" name=""/>
        <dsp:cNvSpPr/>
      </dsp:nvSpPr>
      <dsp:spPr>
        <a:xfrm>
          <a:off x="4634676" y="1001242"/>
          <a:ext cx="1103494" cy="134761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 dirty="0"/>
            <a:t>Convert the </a:t>
          </a:r>
          <a:r>
            <a:rPr lang="en-IN" sz="1400" kern="1200" dirty="0" err="1"/>
            <a:t>colums</a:t>
          </a:r>
          <a:r>
            <a:rPr lang="en-IN" sz="1400" kern="1200" dirty="0"/>
            <a:t> in meaningful values by using formulas</a:t>
          </a:r>
        </a:p>
      </dsp:txBody>
      <dsp:txXfrm>
        <a:off x="4666996" y="1033562"/>
        <a:ext cx="1038854" cy="1282971"/>
      </dsp:txXfrm>
    </dsp:sp>
    <dsp:sp modelId="{F1C48AD2-BF23-4AA1-8D9F-2DA466F0FB41}">
      <dsp:nvSpPr>
        <dsp:cNvPr id="0" name=""/>
        <dsp:cNvSpPr/>
      </dsp:nvSpPr>
      <dsp:spPr>
        <a:xfrm>
          <a:off x="5848520" y="1538214"/>
          <a:ext cx="233940" cy="2736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100" kern="1200"/>
        </a:p>
      </dsp:txBody>
      <dsp:txXfrm>
        <a:off x="5848520" y="1592947"/>
        <a:ext cx="163758" cy="164200"/>
      </dsp:txXfrm>
    </dsp:sp>
    <dsp:sp modelId="{3BE99D86-58B1-4173-89D2-39F1BF74A1EA}">
      <dsp:nvSpPr>
        <dsp:cNvPr id="0" name=""/>
        <dsp:cNvSpPr/>
      </dsp:nvSpPr>
      <dsp:spPr>
        <a:xfrm>
          <a:off x="6179568" y="1001242"/>
          <a:ext cx="1103494" cy="134761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/>
            <a:t>Create multiple pivot table and based  dashboards</a:t>
          </a:r>
        </a:p>
      </dsp:txBody>
      <dsp:txXfrm>
        <a:off x="6211888" y="1033562"/>
        <a:ext cx="1038854" cy="1282971"/>
      </dsp:txXfrm>
    </dsp:sp>
    <dsp:sp modelId="{2AA8705C-2B5B-4067-9966-9F1D2C14F99E}">
      <dsp:nvSpPr>
        <dsp:cNvPr id="0" name=""/>
        <dsp:cNvSpPr/>
      </dsp:nvSpPr>
      <dsp:spPr>
        <a:xfrm>
          <a:off x="7393412" y="1538214"/>
          <a:ext cx="233940" cy="2736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100" kern="1200"/>
        </a:p>
      </dsp:txBody>
      <dsp:txXfrm>
        <a:off x="7393412" y="1592947"/>
        <a:ext cx="163758" cy="164200"/>
      </dsp:txXfrm>
    </dsp:sp>
    <dsp:sp modelId="{A0AEBA91-F49C-4170-9E03-72EEEA136845}">
      <dsp:nvSpPr>
        <dsp:cNvPr id="0" name=""/>
        <dsp:cNvSpPr/>
      </dsp:nvSpPr>
      <dsp:spPr>
        <a:xfrm>
          <a:off x="7724460" y="1001242"/>
          <a:ext cx="1103494" cy="134761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/>
            <a:t>Done the statistical analysis  to forecast</a:t>
          </a:r>
        </a:p>
      </dsp:txBody>
      <dsp:txXfrm>
        <a:off x="7756780" y="1033562"/>
        <a:ext cx="1038854" cy="128297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9D2B7C3-93C4-3719-D2A9-FBE9AFC2AC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2054227"/>
            <a:ext cx="8229600" cy="47275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457200"/>
            <a:ext cx="3424518" cy="113982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19117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6D8A5A2A-9561-6566-F92F-F70D3288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28"/>
            <a:ext cx="11277599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F542A43-84A6-50F4-C658-B1BBDDAD8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61728"/>
            <a:ext cx="11277599" cy="45390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32832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5031BA-FE29-1272-03FA-2B84A99174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5257800"/>
            <a:ext cx="11277600" cy="685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1" y="6019799"/>
            <a:ext cx="11277598" cy="3810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071A80C-9405-B736-DA8E-7C6B87617DC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7200" y="457199"/>
            <a:ext cx="11274552" cy="4572001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09968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E88507-42ED-EBB5-0C22-CA3A46666A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3052" y="3175"/>
            <a:ext cx="12186353" cy="6854823"/>
          </a:xfrm>
          <a:custGeom>
            <a:avLst/>
            <a:gdLst>
              <a:gd name="csX0" fmla="*/ 0 w 12186355"/>
              <a:gd name="csY0" fmla="*/ 0 h 6854824"/>
              <a:gd name="csX1" fmla="*/ 12186355 w 12186355"/>
              <a:gd name="csY1" fmla="*/ 0 h 6854824"/>
              <a:gd name="csX2" fmla="*/ 12186355 w 12186355"/>
              <a:gd name="csY2" fmla="*/ 454025 h 6854824"/>
              <a:gd name="csX3" fmla="*/ 4798004 w 12186355"/>
              <a:gd name="csY3" fmla="*/ 454025 h 6854824"/>
              <a:gd name="csX4" fmla="*/ 4798004 w 12186355"/>
              <a:gd name="csY4" fmla="*/ 6397625 h 6854824"/>
              <a:gd name="csX5" fmla="*/ 12186355 w 12186355"/>
              <a:gd name="csY5" fmla="*/ 6397625 h 6854824"/>
              <a:gd name="csX6" fmla="*/ 12186355 w 12186355"/>
              <a:gd name="csY6" fmla="*/ 6854824 h 6854824"/>
              <a:gd name="csX7" fmla="*/ 0 w 12186355"/>
              <a:gd name="csY7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5" h="6854824">
                <a:moveTo>
                  <a:pt x="0" y="0"/>
                </a:moveTo>
                <a:lnTo>
                  <a:pt x="12186355" y="0"/>
                </a:lnTo>
                <a:lnTo>
                  <a:pt x="12186355" y="454025"/>
                </a:lnTo>
                <a:lnTo>
                  <a:pt x="4798004" y="454025"/>
                </a:lnTo>
                <a:lnTo>
                  <a:pt x="4798004" y="6397625"/>
                </a:lnTo>
                <a:lnTo>
                  <a:pt x="12186355" y="6397625"/>
                </a:lnTo>
                <a:lnTo>
                  <a:pt x="1218635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3886198" cy="45139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199" y="5425200"/>
            <a:ext cx="3886200" cy="9756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096000" y="76202"/>
            <a:ext cx="6019800" cy="365124"/>
          </a:xfrm>
        </p:spPr>
        <p:txBody>
          <a:bodyPr/>
          <a:lstStyle/>
          <a:p>
            <a:endParaRPr lang="en-IN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B516699-87B0-CAF3-CAD8-AA40FF750A2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94950" y="457200"/>
            <a:ext cx="7388352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820400" y="6416675"/>
            <a:ext cx="1295400" cy="365125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49868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A396DB-37C9-E6F8-96EC-A98E709036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0 w 12186353"/>
              <a:gd name="csY0" fmla="*/ 6854824 h 6854824"/>
              <a:gd name="csX1" fmla="*/ 12186353 w 12186353"/>
              <a:gd name="csY1" fmla="*/ 6854824 h 6854824"/>
              <a:gd name="csX2" fmla="*/ 12186353 w 12186353"/>
              <a:gd name="csY2" fmla="*/ 0 h 6854824"/>
              <a:gd name="csX3" fmla="*/ 0 w 12186353"/>
              <a:gd name="csY3" fmla="*/ 0 h 6854824"/>
              <a:gd name="csX4" fmla="*/ 0 w 12186353"/>
              <a:gd name="csY4" fmla="*/ 457198 h 6854824"/>
              <a:gd name="csX5" fmla="*/ 7418624 w 12186353"/>
              <a:gd name="csY5" fmla="*/ 457198 h 6854824"/>
              <a:gd name="csX6" fmla="*/ 7418624 w 12186353"/>
              <a:gd name="csY6" fmla="*/ 6400798 h 6854824"/>
              <a:gd name="csX7" fmla="*/ 0 w 12186353"/>
              <a:gd name="csY7" fmla="*/ 6400798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4">
                <a:moveTo>
                  <a:pt x="0" y="6854824"/>
                </a:moveTo>
                <a:lnTo>
                  <a:pt x="12186353" y="6854824"/>
                </a:lnTo>
                <a:lnTo>
                  <a:pt x="12186353" y="0"/>
                </a:lnTo>
                <a:lnTo>
                  <a:pt x="0" y="0"/>
                </a:lnTo>
                <a:lnTo>
                  <a:pt x="0" y="457198"/>
                </a:lnTo>
                <a:lnTo>
                  <a:pt x="7418624" y="457198"/>
                </a:lnTo>
                <a:lnTo>
                  <a:pt x="7418624" y="6400798"/>
                </a:lnTo>
                <a:lnTo>
                  <a:pt x="0" y="6400798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8702" y="1856835"/>
            <a:ext cx="3816098" cy="30482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8702" y="5362310"/>
            <a:ext cx="3816098" cy="102676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endParaRPr lang="en-IN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29ACD8CA-973C-C07A-B4B5-1C33BD6267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457200"/>
            <a:ext cx="7424272" cy="59436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39022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1CBD8CA-F53F-CFB6-D102-6C4CA833B8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8229600" cy="54146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5943599"/>
            <a:ext cx="10896600" cy="461681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87593"/>
            <a:ext cx="914400" cy="365125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10395" y="87593"/>
            <a:ext cx="2805405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47255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7588" y="457200"/>
            <a:ext cx="8723871" cy="4419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7100" y="5483226"/>
            <a:ext cx="5257800" cy="917574"/>
          </a:xfrm>
        </p:spPr>
        <p:txBody>
          <a:bodyPr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50877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DDDC27D1-1506-B7FD-BBD8-570878A44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80952" cy="6277097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5354" y="457200"/>
            <a:ext cx="3439445" cy="2971800"/>
          </a:xfrm>
        </p:spPr>
        <p:txBody>
          <a:bodyPr anchor="t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74210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B2BFDAB-1042-6B32-CEEF-4E400B77CF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" b="23"/>
          <a:stretch/>
        </p:blipFill>
        <p:spPr>
          <a:xfrm>
            <a:off x="1" y="3174"/>
            <a:ext cx="12192002" cy="6854824"/>
          </a:xfrm>
          <a:custGeom>
            <a:avLst/>
            <a:gdLst>
              <a:gd name="csX0" fmla="*/ 0 w 5650525"/>
              <a:gd name="csY0" fmla="*/ 0 h 6854824"/>
              <a:gd name="csX1" fmla="*/ 5650525 w 5650525"/>
              <a:gd name="csY1" fmla="*/ 0 h 6854824"/>
              <a:gd name="csX2" fmla="*/ 5650525 w 5650525"/>
              <a:gd name="csY2" fmla="*/ 6854824 h 6854824"/>
              <a:gd name="csX3" fmla="*/ 0 w 5650525"/>
              <a:gd name="csY3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650525" h="6854824">
                <a:moveTo>
                  <a:pt x="0" y="0"/>
                </a:moveTo>
                <a:lnTo>
                  <a:pt x="5650525" y="0"/>
                </a:lnTo>
                <a:lnTo>
                  <a:pt x="565052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7845553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66711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515063-D727-8995-60D3-02623A7C2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9982201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41276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0E223EA-E781-514C-FE24-98349C5AF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6386732"/>
              <a:gd name="csY0" fmla="*/ 0 h 6858000"/>
              <a:gd name="csX1" fmla="*/ 6386732 w 6386732"/>
              <a:gd name="csY1" fmla="*/ 0 h 6858000"/>
              <a:gd name="csX2" fmla="*/ 6386732 w 6386732"/>
              <a:gd name="csY2" fmla="*/ 6858000 h 6858000"/>
              <a:gd name="csX3" fmla="*/ 0 w 6386732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386732" h="6858000">
                <a:moveTo>
                  <a:pt x="0" y="0"/>
                </a:moveTo>
                <a:lnTo>
                  <a:pt x="6386732" y="0"/>
                </a:lnTo>
                <a:lnTo>
                  <a:pt x="638673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457200"/>
            <a:ext cx="4800600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34200" y="3455158"/>
            <a:ext cx="4800600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04846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6842E55-F2D0-924E-CEFB-721E6B52A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718468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8718468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4979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FEFDED5-938A-286B-8D7B-122F48C83F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457200 h 6858000"/>
              <a:gd name="csX3" fmla="*/ 5715000 w 12192000"/>
              <a:gd name="csY3" fmla="*/ 457200 h 6858000"/>
              <a:gd name="csX4" fmla="*/ 5715000 w 12192000"/>
              <a:gd name="csY4" fmla="*/ 6400800 h 6858000"/>
              <a:gd name="csX5" fmla="*/ 12192000 w 12192000"/>
              <a:gd name="csY5" fmla="*/ 640080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457200"/>
                </a:lnTo>
                <a:lnTo>
                  <a:pt x="5715000" y="457200"/>
                </a:lnTo>
                <a:lnTo>
                  <a:pt x="5715000" y="6400800"/>
                </a:lnTo>
                <a:lnTo>
                  <a:pt x="12192000" y="640080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4800600" cy="2540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4800601" cy="2945642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F711452-E8CD-4198-878F-62016D1DDA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15000" y="457200"/>
            <a:ext cx="6480048" cy="5943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87241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04AEF0-FD49-9901-2650-A660E32BBD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1559CC2E-67E0-CD45-1923-3D29474D2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510298"/>
            <a:ext cx="4800600" cy="33817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EBA0937-B41B-914E-2AAC-46E2E3534AD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934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06498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6C589F9-B5E9-4B33-8105-9AC2FFA5989C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CB78262B-02D6-47C9-67D0-07D0F3357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08537"/>
            <a:ext cx="4800600" cy="2983527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DBB5A5D-0276-D53B-63DA-FE8A52528AC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83096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84CEF6-557E-9804-CC9A-89809A5FF7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00200"/>
            <a:ext cx="3657600" cy="365760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847EA967-03AF-58FD-4A3C-C4F2DD0449F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1600200"/>
            <a:ext cx="5565663" cy="3657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43016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0BAAE26-8B0A-A488-121D-8BF5642E9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386993"/>
            <a:ext cx="6629400" cy="4083579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14025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0960BFB7-1A46-3D6C-10AE-175CE77B8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050111"/>
            <a:ext cx="6629400" cy="4940661"/>
          </a:xfrm>
        </p:spPr>
        <p:txBody>
          <a:bodyPr anchor="ctr"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34373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DB91743-0D30-2350-EB44-06EFA20D9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02E3AAFD-6A60-1D0B-28FF-0B5CB92D6A3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457200"/>
            <a:ext cx="6629400" cy="5943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81748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D313C0D-237C-145D-6D99-0704931ED3D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3827047 w 12186352"/>
              <a:gd name="csY3" fmla="*/ 454026 h 6854823"/>
              <a:gd name="csX4" fmla="*/ 3827047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3827047" y="454026"/>
                </a:lnTo>
                <a:lnTo>
                  <a:pt x="3827047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102" y="457200"/>
            <a:ext cx="2887123" cy="2514601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endParaRPr lang="en-IN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983E9A5C-C933-60D2-BA0B-5D63E2467D6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102" y="3429000"/>
            <a:ext cx="2887123" cy="29717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74DB69AA-A231-8C00-D853-CD5E094B06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32696" y="457200"/>
            <a:ext cx="8359305" cy="59436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799"/>
            <a:ext cx="1295400" cy="381001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20459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314FBE-6941-996E-732C-BE9042D03FAC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4568825 h 6854823"/>
              <a:gd name="csX2" fmla="*/ 11729151 w 12186352"/>
              <a:gd name="csY2" fmla="*/ 4568825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4568825"/>
                </a:lnTo>
                <a:lnTo>
                  <a:pt x="11729151" y="4568825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029201"/>
            <a:ext cx="3810000" cy="13716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4D0830D9-CC27-C2C3-C727-D0E6E595B28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4114799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751" y="5029200"/>
            <a:ext cx="7016048" cy="13716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65056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CB3BA5-C3CC-30C6-920A-AFE4D14AF261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8" y="3177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3 h 6854823"/>
              <a:gd name="csX5" fmla="*/ 4761059 w 12186352"/>
              <a:gd name="csY5" fmla="*/ 6397623 h 6854823"/>
              <a:gd name="csX6" fmla="*/ 4761059 w 12186352"/>
              <a:gd name="csY6" fmla="*/ 454023 h 6854823"/>
              <a:gd name="csX7" fmla="*/ 12186352 w 12186352"/>
              <a:gd name="csY7" fmla="*/ 4540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3"/>
                </a:lnTo>
                <a:lnTo>
                  <a:pt x="4761059" y="6397623"/>
                </a:lnTo>
                <a:lnTo>
                  <a:pt x="4761059" y="454023"/>
                </a:lnTo>
                <a:lnTo>
                  <a:pt x="12186352" y="4540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B804614-19A7-C141-7231-844689471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0964" y="457200"/>
            <a:ext cx="3843837" cy="1710063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0915B74-DE73-85C6-5754-84F12F96E92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1000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AF0EABC9-86BA-DDCF-A091-AB6C3E9C93F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4048"/>
          </a:xfrm>
        </p:spPr>
        <p:txBody>
          <a:bodyPr/>
          <a:lstStyle/>
          <a:p>
            <a:endParaRPr lang="en-IN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4F324D2-4F52-DFB7-CF7C-C3182974B46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C8445A35-FB03-D828-D87E-A268F3E1E0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90964" y="2624462"/>
            <a:ext cx="3843837" cy="3776337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C5C69391-C5F6-E4C0-A8D2-D378757ACC4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95031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78C312-FD23-D608-5B72-5DB43989560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4755412 w 12186352"/>
              <a:gd name="csY3" fmla="*/ 454026 h 6854823"/>
              <a:gd name="csX4" fmla="*/ 4755412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4755412" y="454026"/>
                </a:lnTo>
                <a:lnTo>
                  <a:pt x="4755412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3714" cy="171006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1000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799" cy="381000"/>
          </a:xfrm>
        </p:spPr>
        <p:txBody>
          <a:bodyPr/>
          <a:lstStyle/>
          <a:p>
            <a:endParaRPr lang="en-IN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04AEB09-C22F-E34F-DEF8-A875003EEE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621290"/>
            <a:ext cx="3813714" cy="377951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B255439D-9DD5-19F0-DFF1-101A9899DF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06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14767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5DD87899-462F-D06B-5D64-3ED065B39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9060" y="457200"/>
            <a:ext cx="4735740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634F943B-FBB0-AD70-5392-FF1249A8D9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53A7B337-CA3D-E1B0-7039-CA1FCFDEE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799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IN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805F337F-4512-E680-8F5A-95C1812826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C68F33D8-4565-CA0E-DF2E-27FBE006F91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99060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A52E7D2F-742D-CB2D-2766-5AF678F3B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399" y="6400800"/>
            <a:ext cx="1295399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52207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2693257-E100-0525-B4C7-8CA750535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860" y="457200"/>
            <a:ext cx="4796699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1" cy="380999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2"/>
            <a:ext cx="6019800" cy="38099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IN"/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EAC9A1BA-A83A-E476-1A91-3DB0B544DF3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835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90998F5-C9FB-EC52-B802-B62AA63E426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9976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400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27663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E46F2B-72CE-C947-0021-F34244B4344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3654426 h 6854823"/>
              <a:gd name="csX2" fmla="*/ 11729151 w 12186352"/>
              <a:gd name="csY2" fmla="*/ 3654426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3654426"/>
                </a:lnTo>
                <a:lnTo>
                  <a:pt x="11729151" y="3654426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111624"/>
            <a:ext cx="3219343" cy="228917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5CCD5774-AB2C-F489-2BCD-75A5731FA85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32004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8092" y="4111624"/>
            <a:ext cx="7606708" cy="228917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91264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4D3EA0-3FE9-3CAB-830E-268B27509F7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3638875 h 6854823"/>
              <a:gd name="csX1" fmla="*/ 451551 w 12186352"/>
              <a:gd name="csY1" fmla="*/ 438477 h 6854823"/>
              <a:gd name="csX2" fmla="*/ 11729151 w 12186352"/>
              <a:gd name="csY2" fmla="*/ 438477 h 6854823"/>
              <a:gd name="csX3" fmla="*/ 11729151 w 12186352"/>
              <a:gd name="csY3" fmla="*/ 3638875 h 6854823"/>
              <a:gd name="csX4" fmla="*/ 0 w 12186352"/>
              <a:gd name="csY4" fmla="*/ 6854823 h 6854823"/>
              <a:gd name="csX5" fmla="*/ 12186352 w 12186352"/>
              <a:gd name="csY5" fmla="*/ 6854823 h 6854823"/>
              <a:gd name="csX6" fmla="*/ 12186352 w 12186352"/>
              <a:gd name="csY6" fmla="*/ 0 h 6854823"/>
              <a:gd name="csX7" fmla="*/ 0 w 12186352"/>
              <a:gd name="csY7" fmla="*/ 0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3638875"/>
                </a:moveTo>
                <a:lnTo>
                  <a:pt x="451551" y="438477"/>
                </a:lnTo>
                <a:lnTo>
                  <a:pt x="11729151" y="438477"/>
                </a:lnTo>
                <a:lnTo>
                  <a:pt x="11729151" y="3638875"/>
                </a:lnTo>
                <a:close/>
                <a:moveTo>
                  <a:pt x="0" y="6854823"/>
                </a:moveTo>
                <a:lnTo>
                  <a:pt x="12186352" y="6854823"/>
                </a:lnTo>
                <a:lnTo>
                  <a:pt x="12186352" y="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200400" cy="230789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1000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endParaRPr lang="en-IN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FAF7E276-884D-AF00-1E18-715F56A8A90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22370" y="457200"/>
            <a:ext cx="7612430" cy="23078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B1DE11C5-B5A8-F8F8-2A43-C0C9580263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3219122"/>
            <a:ext cx="11277600" cy="3200398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67100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268A4B-F698-5EDC-1790-BA10F89CD8F3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6 h 6854823"/>
              <a:gd name="csX5" fmla="*/ 7467253 w 12186352"/>
              <a:gd name="csY5" fmla="*/ 6397626 h 6854823"/>
              <a:gd name="csX6" fmla="*/ 7467253 w 12186352"/>
              <a:gd name="csY6" fmla="*/ 454025 h 6854823"/>
              <a:gd name="csX7" fmla="*/ 12186352 w 12186352"/>
              <a:gd name="csY7" fmla="*/ 454025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6"/>
                </a:lnTo>
                <a:lnTo>
                  <a:pt x="7467253" y="6397626"/>
                </a:lnTo>
                <a:lnTo>
                  <a:pt x="7467253" y="454025"/>
                </a:lnTo>
                <a:lnTo>
                  <a:pt x="12186352" y="454025"/>
                </a:lnTo>
                <a:close/>
              </a:path>
            </a:pathLst>
          </a:cu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93B9DEC9-1D26-F04D-4F91-7BE751BC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949" y="457199"/>
            <a:ext cx="6552851" cy="155584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8">
            <a:extLst>
              <a:ext uri="{FF2B5EF4-FFF2-40B4-BE49-F238E27FC236}">
                <a16:creationId xmlns:a16="http://schemas.microsoft.com/office/drawing/2014/main" id="{1E168D7B-B77A-72AC-AA72-64FBAA8D378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8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9">
            <a:extLst>
              <a:ext uri="{FF2B5EF4-FFF2-40B4-BE49-F238E27FC236}">
                <a16:creationId xmlns:a16="http://schemas.microsoft.com/office/drawing/2014/main" id="{4014B883-B832-AE53-6858-8E25B13C5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endParaRPr lang="en-IN"/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CC1B439C-57E0-A299-9A98-A81BFA738C8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7D22B98A-40DC-D510-5762-8D7E05344E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949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11">
            <a:extLst>
              <a:ext uri="{FF2B5EF4-FFF2-40B4-BE49-F238E27FC236}">
                <a16:creationId xmlns:a16="http://schemas.microsoft.com/office/drawing/2014/main" id="{7CA11211-0281-DD36-148E-3ABC6374978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84849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4C1286-F0A1-DDC1-4A24-85A9D3462CB1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5 h 6854823"/>
              <a:gd name="csX3" fmla="*/ 7461604 w 12186352"/>
              <a:gd name="csY3" fmla="*/ 454025 h 6854823"/>
              <a:gd name="csX4" fmla="*/ 7461604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5"/>
                </a:lnTo>
                <a:lnTo>
                  <a:pt x="7461604" y="454025"/>
                </a:lnTo>
                <a:lnTo>
                  <a:pt x="7461604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7F3BC77-0C60-6C24-E5FE-6B80D4812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6549553" cy="154949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endParaRPr lang="en-IN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0A2831D-F063-09A6-A707-24AC43E312D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3902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3">
            <a:extLst>
              <a:ext uri="{FF2B5EF4-FFF2-40B4-BE49-F238E27FC236}">
                <a16:creationId xmlns:a16="http://schemas.microsoft.com/office/drawing/2014/main" id="{FEC7CBEB-1BF7-2607-DBAA-531A9067F8B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467253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6654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1A7354-C3D2-8AD8-40DE-4E850BDFCC68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6533074 w 12186352"/>
              <a:gd name="csY0" fmla="*/ 1858587 h 6854823"/>
              <a:gd name="csX1" fmla="*/ 6533074 w 12186352"/>
              <a:gd name="csY1" fmla="*/ 6397626 h 6854823"/>
              <a:gd name="csX2" fmla="*/ 3 w 12186352"/>
              <a:gd name="csY2" fmla="*/ 6397626 h 6854823"/>
              <a:gd name="csX3" fmla="*/ 3 w 12186352"/>
              <a:gd name="csY3" fmla="*/ 1858587 h 6854823"/>
              <a:gd name="csX4" fmla="*/ 12186352 w 12186352"/>
              <a:gd name="csY4" fmla="*/ 0 h 6854823"/>
              <a:gd name="csX5" fmla="*/ 0 w 12186352"/>
              <a:gd name="csY5" fmla="*/ 0 h 6854823"/>
              <a:gd name="csX6" fmla="*/ 0 w 12186352"/>
              <a:gd name="csY6" fmla="*/ 6854823 h 6854823"/>
              <a:gd name="csX7" fmla="*/ 12186352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6533074" y="1858587"/>
                </a:moveTo>
                <a:lnTo>
                  <a:pt x="6533074" y="6397626"/>
                </a:lnTo>
                <a:lnTo>
                  <a:pt x="3" y="6397626"/>
                </a:lnTo>
                <a:lnTo>
                  <a:pt x="3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E2067BC-DC4F-D794-A7F8-65900B793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1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1FAF02C-8E8E-0257-0307-15E6853700F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12F6119E-6325-71C5-AFDB-160A100A21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endParaRPr lang="en-IN"/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DAF060C4-6682-AB70-5937-47DB8276FDC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4E3FB443-D4CA-E6C5-2187-4A649A47F28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7" y="1861761"/>
            <a:ext cx="6533071" cy="4539039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39D0113-D166-6E44-FF30-39C61CD1379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02125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ABB22AD-DA7B-73AE-1F66-31345119900C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315201 w 12186352"/>
              <a:gd name="csY0" fmla="*/ 1858587 h 6854823"/>
              <a:gd name="csX1" fmla="*/ 7315201 w 12186352"/>
              <a:gd name="csY1" fmla="*/ 6397626 h 6854823"/>
              <a:gd name="csX2" fmla="*/ 2 w 12186352"/>
              <a:gd name="csY2" fmla="*/ 6397626 h 6854823"/>
              <a:gd name="csX3" fmla="*/ 2 w 12186352"/>
              <a:gd name="csY3" fmla="*/ 1858587 h 6854823"/>
              <a:gd name="csX4" fmla="*/ 457201 w 12186352"/>
              <a:gd name="csY4" fmla="*/ 1858587 h 6854823"/>
              <a:gd name="csX5" fmla="*/ 6533074 w 12186352"/>
              <a:gd name="csY5" fmla="*/ 1858587 h 6854823"/>
              <a:gd name="csX6" fmla="*/ 12186352 w 12186352"/>
              <a:gd name="csY6" fmla="*/ 0 h 6854823"/>
              <a:gd name="csX7" fmla="*/ 0 w 12186352"/>
              <a:gd name="csY7" fmla="*/ 0 h 6854823"/>
              <a:gd name="csX8" fmla="*/ 0 w 12186352"/>
              <a:gd name="csY8" fmla="*/ 6854823 h 6854823"/>
              <a:gd name="csX9" fmla="*/ 12186352 w 12186352"/>
              <a:gd name="csY9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2186352" h="6854823">
                <a:moveTo>
                  <a:pt x="7315201" y="1858587"/>
                </a:moveTo>
                <a:lnTo>
                  <a:pt x="7315201" y="6397626"/>
                </a:lnTo>
                <a:lnTo>
                  <a:pt x="2" y="6397626"/>
                </a:lnTo>
                <a:lnTo>
                  <a:pt x="2" y="1858587"/>
                </a:lnTo>
                <a:lnTo>
                  <a:pt x="457201" y="1858587"/>
                </a:lnTo>
                <a:lnTo>
                  <a:pt x="6533074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FFB7B32-3B46-FEC3-8857-8E1A162E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7349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5999" y="76201"/>
            <a:ext cx="6019800" cy="380999"/>
          </a:xfrm>
        </p:spPr>
        <p:txBody>
          <a:bodyPr/>
          <a:lstStyle/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1861761"/>
            <a:ext cx="3886199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9BB8F855-8399-5C2F-8FFE-3445E6ACC13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76800" y="1861761"/>
            <a:ext cx="7315199" cy="4539039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63190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7870277-9BEA-773F-5ABC-0478C95CF7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6854823 h 6854823"/>
              <a:gd name="csX3" fmla="*/ 0 w 12186352"/>
              <a:gd name="csY3" fmla="*/ 6854823 h 6854823"/>
              <a:gd name="csX4" fmla="*/ 0 w 12186352"/>
              <a:gd name="csY4" fmla="*/ 6377154 h 6854823"/>
              <a:gd name="csX5" fmla="*/ 6527422 w 12186352"/>
              <a:gd name="csY5" fmla="*/ 6377154 h 6854823"/>
              <a:gd name="csX6" fmla="*/ 6527422 w 12186352"/>
              <a:gd name="csY6" fmla="*/ 1858587 h 6854823"/>
              <a:gd name="csX7" fmla="*/ 0 w 12186352"/>
              <a:gd name="csY7" fmla="*/ 1858587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lnTo>
                  <a:pt x="0" y="6377154"/>
                </a:lnTo>
                <a:lnTo>
                  <a:pt x="6527422" y="6377154"/>
                </a:lnTo>
                <a:lnTo>
                  <a:pt x="6527422" y="1858587"/>
                </a:lnTo>
                <a:lnTo>
                  <a:pt x="0" y="1858587"/>
                </a:lnTo>
                <a:close/>
              </a:path>
            </a:pathLst>
          </a:cu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5CBF9ED-624B-FB83-6E83-BB42410F2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2"/>
            <a:ext cx="11277597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1" y="76201"/>
            <a:ext cx="6019798" cy="380999"/>
          </a:xfrm>
        </p:spPr>
        <p:txBody>
          <a:bodyPr/>
          <a:lstStyle/>
          <a:p>
            <a:endParaRPr lang="en-IN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9BCDC3DB-8BBB-CC92-23DB-44BEC6BD61F7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1861761"/>
            <a:ext cx="6533071" cy="4518567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C7B1CAB-4A9F-B8E9-3C1E-15C58564C1F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9027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744199" y="6400800"/>
            <a:ext cx="1371599" cy="381000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3684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D7B64117-148B-10E8-7721-A4C85F0BD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1" y="457200"/>
            <a:ext cx="7254240" cy="1173708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CACEC350-F243-8E48-2F30-905D6999D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0999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693FD3A5-45B7-3678-FCC8-1AA49237E7B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90E31D68-951A-2336-5424-6671B2E929A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679495B1-3D42-5CC6-1177-BBB5CCDEF14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05F3D1FB-5F83-6976-2FDE-42146116FF0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85927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0E5C046-40A5-D694-E725-EA0ABE0B8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199"/>
            <a:ext cx="7254239" cy="1173712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0"/>
            <a:ext cx="1295400" cy="380999"/>
          </a:xfrm>
        </p:spPr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0999"/>
          </a:xfrm>
        </p:spPr>
        <p:txBody>
          <a:bodyPr/>
          <a:lstStyle/>
          <a:p>
            <a:endParaRPr lang="en-IN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4E5FB0DF-C175-C1BD-BDD9-3536A2F7E4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7C20B94A-DE1D-8112-79D8-ADD778F243A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6864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13367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160961-81A4-744C-57F0-3A91AB73281C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5029200" cy="1519083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802CE9A6-F23E-1299-6CEA-8B0DBFBE20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357283"/>
            <a:ext cx="5029199" cy="4043516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457200"/>
            <a:ext cx="5638799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23920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292B07A-D9A0-38E9-B941-74C38124D59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3716844" cy="191994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15A2C62-B33D-41E9-D363-2E5B5EC4C67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743200"/>
            <a:ext cx="3716845" cy="3657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4399" y="457201"/>
            <a:ext cx="7010401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27209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DD16EBF9-B68A-0B06-1D11-8A73C8F97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49242"/>
            <a:ext cx="5638800" cy="105155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FC49D795-05CD-88A6-65D2-CE59AB098CD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16523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362229AA-0D53-41CE-F2F6-A43A58F4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2"/>
            <a:ext cx="5638800" cy="106679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2685CAE8-3040-D343-9736-69ED07ADEE2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48742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AC97C7-C18C-1AFB-595D-1164216CB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0" y="457200"/>
            <a:ext cx="2743200" cy="5943600"/>
          </a:xfrm>
        </p:spPr>
        <p:txBody>
          <a:bodyPr anchor="ctr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794CDEE-6628-D8C2-4DD7-A2AF2B148E2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762000"/>
            <a:ext cx="8077200" cy="5943600"/>
          </a:xfrm>
        </p:spPr>
        <p:txBody>
          <a:bodyPr anchor="ctr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40155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56212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46738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00725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598" y="457200"/>
            <a:ext cx="2743200" cy="59436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F2B13095-060E-7C64-69EA-E7821D5019E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t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63317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937084"/>
            <a:ext cx="9144000" cy="4663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58A7DA2E-06EC-D8CE-ACE3-28D98B5AC2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4572"/>
            <a:ext cx="11277600" cy="5417308"/>
          </a:xfrm>
        </p:spPr>
        <p:txBody>
          <a:bodyPr anchor="b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622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0" y="457200"/>
            <a:ext cx="2971800" cy="5946228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D97FB3-18C6-51BD-4179-B642A2A709C5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ctr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07713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5431640-8AD9-CB9D-CC0B-964AF3B74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1"/>
            <a:ext cx="11277598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1825624"/>
            <a:ext cx="5230495" cy="4575175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4307" y="1825625"/>
            <a:ext cx="5230493" cy="457517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26856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CDF3CAC-6CE7-7E83-9091-EB44FB9BB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3847"/>
            <a:ext cx="5227320" cy="354857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286000"/>
            <a:ext cx="522763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1381" y="1823847"/>
            <a:ext cx="5233417" cy="35485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1092" y="2286000"/>
            <a:ext cx="523370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89727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76862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11871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B8EF09-85B4-2CB8-82A3-EECAE01D45A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3810000" cy="16764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458616"/>
            <a:ext cx="3810000" cy="3942184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0" y="457200"/>
            <a:ext cx="6934200" cy="5943600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defRPr lang="en-US" b="0" dirty="0"/>
            </a:lvl1pPr>
            <a:lvl2pPr>
              <a:spcBef>
                <a:spcPts val="0"/>
              </a:spcBef>
              <a:defRPr lang="en-US" dirty="0"/>
            </a:lvl2pPr>
            <a:lvl3pPr>
              <a:spcBef>
                <a:spcPts val="0"/>
              </a:spcBef>
              <a:defRPr lang="en-US" dirty="0"/>
            </a:lvl3pPr>
            <a:lvl4pPr>
              <a:spcBef>
                <a:spcPts val="0"/>
              </a:spcBef>
              <a:defRPr lang="en-US" dirty="0"/>
            </a:lvl4pPr>
            <a:lvl5pPr>
              <a:spcBef>
                <a:spcPts val="0"/>
              </a:spcBef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65488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0935E8B-BB8A-9B48-4EC5-768D5E3A1DD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467602 w 12186353"/>
              <a:gd name="csY0" fmla="*/ 454026 h 6854823"/>
              <a:gd name="csX1" fmla="*/ 7467602 w 12186353"/>
              <a:gd name="csY1" fmla="*/ 6397626 h 6854823"/>
              <a:gd name="csX2" fmla="*/ 457203 w 12186353"/>
              <a:gd name="csY2" fmla="*/ 6397626 h 6854823"/>
              <a:gd name="csX3" fmla="*/ 457203 w 12186353"/>
              <a:gd name="csY3" fmla="*/ 454026 h 6854823"/>
              <a:gd name="csX4" fmla="*/ 12186353 w 12186353"/>
              <a:gd name="csY4" fmla="*/ 0 h 6854823"/>
              <a:gd name="csX5" fmla="*/ 0 w 12186353"/>
              <a:gd name="csY5" fmla="*/ 0 h 6854823"/>
              <a:gd name="csX6" fmla="*/ 0 w 12186353"/>
              <a:gd name="csY6" fmla="*/ 6854823 h 6854823"/>
              <a:gd name="csX7" fmla="*/ 12186353 w 12186353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3">
                <a:moveTo>
                  <a:pt x="7467602" y="454026"/>
                </a:moveTo>
                <a:lnTo>
                  <a:pt x="7467602" y="6397626"/>
                </a:lnTo>
                <a:lnTo>
                  <a:pt x="457203" y="6397626"/>
                </a:lnTo>
                <a:lnTo>
                  <a:pt x="457203" y="454026"/>
                </a:lnTo>
                <a:close/>
                <a:moveTo>
                  <a:pt x="12186353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3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0000" cy="29718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810000"/>
            <a:ext cx="3810000" cy="25908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D567F4A-97DA-0A34-ED21-0C003CA8AF5F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724400" y="457200"/>
            <a:ext cx="7010399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02585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087CE1-ACE0-D6A3-D3B7-DF95BF559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8305801" cy="29718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8" y="3733800"/>
            <a:ext cx="11277599" cy="266699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14808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DF1DC1-62BC-8F1C-64E5-A5FBEAB8F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5638799" cy="297180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3810000"/>
            <a:ext cx="8382000" cy="2590800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sz="200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sz="200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sz="200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37099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77671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752601"/>
            <a:ext cx="11277599" cy="4648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" y="76201"/>
            <a:ext cx="1447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3DBDE6AD-F79E-4F6D-A534-1E5CEAE123E7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76201"/>
            <a:ext cx="6019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0400" y="6400800"/>
            <a:ext cx="1295400" cy="381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D13D93BF-381B-46C1-89C5-F95A3DF4CC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3893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  <p:sldLayoutId id="2147483732" r:id="rId15"/>
    <p:sldLayoutId id="2147483733" r:id="rId16"/>
    <p:sldLayoutId id="2147483734" r:id="rId17"/>
    <p:sldLayoutId id="2147483735" r:id="rId18"/>
    <p:sldLayoutId id="2147483736" r:id="rId19"/>
    <p:sldLayoutId id="2147483737" r:id="rId20"/>
    <p:sldLayoutId id="2147483738" r:id="rId21"/>
    <p:sldLayoutId id="2147483739" r:id="rId22"/>
    <p:sldLayoutId id="2147483740" r:id="rId23"/>
    <p:sldLayoutId id="2147483741" r:id="rId24"/>
    <p:sldLayoutId id="2147483742" r:id="rId25"/>
    <p:sldLayoutId id="2147483743" r:id="rId26"/>
    <p:sldLayoutId id="2147483744" r:id="rId27"/>
    <p:sldLayoutId id="2147483745" r:id="rId28"/>
    <p:sldLayoutId id="2147483746" r:id="rId29"/>
    <p:sldLayoutId id="2147483747" r:id="rId30"/>
    <p:sldLayoutId id="2147483748" r:id="rId31"/>
    <p:sldLayoutId id="2147483749" r:id="rId32"/>
    <p:sldLayoutId id="2147483750" r:id="rId33"/>
    <p:sldLayoutId id="2147483751" r:id="rId34"/>
    <p:sldLayoutId id="2147483752" r:id="rId35"/>
    <p:sldLayoutId id="2147483753" r:id="rId36"/>
    <p:sldLayoutId id="2147483754" r:id="rId37"/>
    <p:sldLayoutId id="2147483755" r:id="rId38"/>
    <p:sldLayoutId id="2147483756" r:id="rId39"/>
    <p:sldLayoutId id="2147483757" r:id="rId40"/>
    <p:sldLayoutId id="2147483758" r:id="rId41"/>
    <p:sldLayoutId id="2147483759" r:id="rId42"/>
    <p:sldLayoutId id="2147483760" r:id="rId43"/>
    <p:sldLayoutId id="2147483761" r:id="rId44"/>
    <p:sldLayoutId id="2147483762" r:id="rId45"/>
    <p:sldLayoutId id="2147483763" r:id="rId46"/>
    <p:sldLayoutId id="2147483764" r:id="rId47"/>
    <p:sldLayoutId id="2147483765" r:id="rId48"/>
    <p:sldLayoutId id="2147483766" r:id="rId49"/>
    <p:sldLayoutId id="2147483767" r:id="rId50"/>
    <p:sldLayoutId id="2147483768" r:id="rId51"/>
    <p:sldLayoutId id="2147483769" r:id="rId52"/>
    <p:sldLayoutId id="2147483770" r:id="rId53"/>
    <p:sldLayoutId id="2147483771" r:id="rId54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>
          <p15:clr>
            <a:srgbClr val="F26B43"/>
          </p15:clr>
        </p15:guide>
        <p15:guide id="24" pos="3840">
          <p15:clr>
            <a:srgbClr val="F26B43"/>
          </p15:clr>
        </p15:guide>
        <p15:guide id="31" orient="horz" pos="48">
          <p15:clr>
            <a:srgbClr val="F26B43"/>
          </p15:clr>
        </p15:guide>
        <p15:guide id="32" orient="horz" pos="4272">
          <p15:clr>
            <a:srgbClr val="F26B43"/>
          </p15:clr>
        </p15:guide>
        <p15:guide id="33" pos="48">
          <p15:clr>
            <a:srgbClr val="F26B43"/>
          </p15:clr>
        </p15:guide>
        <p15:guide id="34" pos="7632">
          <p15:clr>
            <a:srgbClr val="F26B43"/>
          </p15:clr>
        </p15:guide>
        <p15:guide id="35" orient="horz" pos="288">
          <p15:clr>
            <a:srgbClr val="F26B43"/>
          </p15:clr>
        </p15:guide>
        <p15:guide id="36" orient="horz" pos="4032">
          <p15:clr>
            <a:srgbClr val="F26B43"/>
          </p15:clr>
        </p15:guide>
        <p15:guide id="37" pos="7392">
          <p15:clr>
            <a:srgbClr val="F26B43"/>
          </p15:clr>
        </p15:guide>
        <p15:guide id="38" pos="2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4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3.xml"/><Relationship Id="rId1" Type="http://schemas.openxmlformats.org/officeDocument/2006/relationships/themeOverride" Target="../theme/themeOverrid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5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A7662-C60B-EE78-F018-C89E73AB0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44D8B-B43C-A8BA-2CD6-AD1D9BC4BE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IN" sz="3200" b="1" dirty="0"/>
              <a:t>        Bike Sharing Demand Analysis  Project </a:t>
            </a:r>
          </a:p>
          <a:p>
            <a:r>
              <a:rPr lang="en-IN" sz="3200" b="1" dirty="0"/>
              <a:t>                   </a:t>
            </a:r>
          </a:p>
          <a:p>
            <a:r>
              <a:rPr lang="en-IN" sz="3200" b="1" dirty="0"/>
              <a:t>                          </a:t>
            </a:r>
            <a:r>
              <a:rPr lang="en-IN" sz="3200" b="1" dirty="0" err="1"/>
              <a:t>Nexthikes</a:t>
            </a:r>
            <a:r>
              <a:rPr lang="en-IN" sz="3200" b="1" dirty="0"/>
              <a:t> IT Solutions </a:t>
            </a:r>
          </a:p>
          <a:p>
            <a:endParaRPr lang="en-IN" b="1" dirty="0"/>
          </a:p>
          <a:p>
            <a:r>
              <a:rPr lang="en-IN" sz="2200" dirty="0"/>
              <a:t> </a:t>
            </a:r>
          </a:p>
          <a:p>
            <a:endParaRPr lang="en-IN" sz="2200" b="1" dirty="0"/>
          </a:p>
          <a:p>
            <a:r>
              <a:rPr lang="en-IN" sz="2200" b="1" dirty="0"/>
              <a:t>                                                               </a:t>
            </a:r>
          </a:p>
          <a:p>
            <a:r>
              <a:rPr lang="en-IN" sz="2200" b="1" dirty="0"/>
              <a:t>                                                                     </a:t>
            </a:r>
          </a:p>
          <a:p>
            <a:r>
              <a:rPr lang="en-IN" sz="2200" b="1" dirty="0"/>
              <a:t>                                                                       </a:t>
            </a:r>
          </a:p>
          <a:p>
            <a:endParaRPr lang="en-IN" sz="2200" b="1" dirty="0"/>
          </a:p>
          <a:p>
            <a:r>
              <a:rPr lang="en-IN" sz="2200" b="1" dirty="0"/>
              <a:t>                                                                       </a:t>
            </a:r>
          </a:p>
          <a:p>
            <a:endParaRPr lang="en-IN" sz="2200" b="1" dirty="0"/>
          </a:p>
          <a:p>
            <a:r>
              <a:rPr lang="en-IN" sz="2200" b="1" dirty="0"/>
              <a:t>                                                                      </a:t>
            </a:r>
          </a:p>
          <a:p>
            <a:r>
              <a:rPr lang="en-IN" sz="2200" b="1" dirty="0"/>
              <a:t>                                                                        Presented By-Archana Goswami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6EC053-7623-4327-77D2-B4383DE12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523" y="2546554"/>
            <a:ext cx="6164825" cy="293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941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10">
        <p159:morph option="byObject"/>
        <p:sndAc>
          <p:stSnd>
            <p:snd r:embed="rId2" name="applause.wav"/>
          </p:stSnd>
        </p:sndAc>
      </p:transition>
    </mc:Choice>
    <mc:Fallback>
      <p:transition>
        <p:fade/>
        <p:sndAc>
          <p:stSnd>
            <p:snd r:embed="rId2" name="applause.wav"/>
          </p:stSnd>
        </p:sndAc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FE580-7691-00BB-FCE1-B2EF597BD6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369" y="165727"/>
            <a:ext cx="9144000" cy="598282"/>
          </a:xfrm>
        </p:spPr>
        <p:txBody>
          <a:bodyPr>
            <a:noAutofit/>
          </a:bodyPr>
          <a:lstStyle/>
          <a:p>
            <a:r>
              <a:rPr lang="en-US" sz="3500" b="1" dirty="0"/>
              <a:t>O</a:t>
            </a:r>
            <a:r>
              <a:rPr lang="en-IN" sz="3500" b="1" dirty="0" err="1"/>
              <a:t>bjective</a:t>
            </a:r>
            <a:endParaRPr lang="en-IN" sz="35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565474-50D7-15F2-FEF9-A773192A94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5714" y="1118583"/>
            <a:ext cx="9242322" cy="4068097"/>
          </a:xfrm>
        </p:spPr>
        <p:txBody>
          <a:bodyPr/>
          <a:lstStyle/>
          <a:p>
            <a:pPr marL="342900" lvl="0" indent="-3429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IN" sz="2400" b="1" dirty="0"/>
              <a:t>Analyse overall rider demand.</a:t>
            </a:r>
          </a:p>
          <a:p>
            <a:pPr marL="342900" lvl="0" indent="-3429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IN" sz="2400" b="1" dirty="0"/>
              <a:t>Identify peak riding hours and high-demand periods.</a:t>
            </a:r>
          </a:p>
          <a:p>
            <a:pPr marL="342900" lvl="0" indent="-3429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IN" sz="2400" b="1" dirty="0"/>
              <a:t>Compare registered vs casual riders.</a:t>
            </a:r>
          </a:p>
          <a:p>
            <a:pPr marL="342900" lvl="0" indent="-3429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IN" sz="2400" b="1" dirty="0"/>
              <a:t>Understand the impact of weather on rider demand.</a:t>
            </a:r>
          </a:p>
          <a:p>
            <a:pPr marL="342900" lvl="0" indent="-3429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IN" sz="2400" b="1" dirty="0"/>
              <a:t>Compare weekday and weekend usage.</a:t>
            </a:r>
          </a:p>
          <a:p>
            <a:pPr marL="342900" lvl="0" indent="-3429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IN" sz="2400" b="1" dirty="0"/>
              <a:t>Identify unusual demand patterns using outlier analysis.</a:t>
            </a:r>
          </a:p>
          <a:p>
            <a:pPr marL="342900" lvl="0" indent="-3429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IN" sz="2400" b="1" dirty="0"/>
              <a:t>Provide recommendations for better operational planning.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00378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EBF2-8377-84A2-3950-55D78CBD0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8382000" cy="2971800"/>
          </a:xfrm>
        </p:spPr>
        <p:txBody>
          <a:bodyPr/>
          <a:lstStyle/>
          <a:p>
            <a:r>
              <a:rPr lang="en-US" sz="3500" b="1" dirty="0"/>
              <a:t>Data Set Overview</a:t>
            </a:r>
            <a:endParaRPr lang="en-IN" sz="35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02248-542F-3382-EE20-4CA895344E8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8878" y="457200"/>
            <a:ext cx="8382000" cy="25908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Date &amp; Time: </a:t>
            </a:r>
            <a:r>
              <a:rPr lang="en-IN" sz="2400" dirty="0"/>
              <a:t>Date, Month, Hour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Calendar: </a:t>
            </a:r>
            <a:r>
              <a:rPr lang="en-IN" sz="2400" dirty="0"/>
              <a:t>Season, Weekday, Week type, Day type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Weather: </a:t>
            </a:r>
            <a:r>
              <a:rPr lang="en-IN" sz="2400" dirty="0"/>
              <a:t>Weather Type, Temperature, Humidity, Windspeed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Rider Information: </a:t>
            </a:r>
            <a:r>
              <a:rPr lang="en-IN" sz="2400" dirty="0"/>
              <a:t>Casual, Registered, Total</a:t>
            </a:r>
          </a:p>
          <a:p>
            <a:pPr marL="0" indent="0">
              <a:buNone/>
            </a:pP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99F89E-CFBC-B2B0-F240-727297A4B0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203531"/>
              </p:ext>
            </p:extLst>
          </p:nvPr>
        </p:nvGraphicFramePr>
        <p:xfrm>
          <a:off x="982611" y="3143865"/>
          <a:ext cx="5555840" cy="1799304"/>
        </p:xfrm>
        <a:graphic>
          <a:graphicData uri="http://schemas.openxmlformats.org/drawingml/2006/table">
            <a:tbl>
              <a:tblPr/>
              <a:tblGrid>
                <a:gridCol w="1325604">
                  <a:extLst>
                    <a:ext uri="{9D8B030D-6E8A-4147-A177-3AD203B41FA5}">
                      <a16:colId xmlns:a16="http://schemas.microsoft.com/office/drawing/2014/main" val="1353356563"/>
                    </a:ext>
                  </a:extLst>
                </a:gridCol>
                <a:gridCol w="1325604">
                  <a:extLst>
                    <a:ext uri="{9D8B030D-6E8A-4147-A177-3AD203B41FA5}">
                      <a16:colId xmlns:a16="http://schemas.microsoft.com/office/drawing/2014/main" val="2000272678"/>
                    </a:ext>
                  </a:extLst>
                </a:gridCol>
                <a:gridCol w="1676499">
                  <a:extLst>
                    <a:ext uri="{9D8B030D-6E8A-4147-A177-3AD203B41FA5}">
                      <a16:colId xmlns:a16="http://schemas.microsoft.com/office/drawing/2014/main" val="720867931"/>
                    </a:ext>
                  </a:extLst>
                </a:gridCol>
                <a:gridCol w="1228133">
                  <a:extLst>
                    <a:ext uri="{9D8B030D-6E8A-4147-A177-3AD203B41FA5}">
                      <a16:colId xmlns:a16="http://schemas.microsoft.com/office/drawing/2014/main" val="3342821754"/>
                    </a:ext>
                  </a:extLst>
                </a:gridCol>
              </a:tblGrid>
              <a:tr h="44982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Row Labels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Sum of casual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Sum of registered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Sum of Total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2731570"/>
                  </a:ext>
                </a:extLst>
              </a:tr>
              <a:tr h="44982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Jan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1854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5340954"/>
                  </a:ext>
                </a:extLst>
              </a:tr>
              <a:tr h="44982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Feb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1113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3409118"/>
                  </a:ext>
                </a:extLst>
              </a:tr>
              <a:tr h="44982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Grand Total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1968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09664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DD55602-848B-12FF-1310-EA79B68CC8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152400"/>
            <a:ext cx="4419600" cy="1139825"/>
          </a:xfrm>
        </p:spPr>
        <p:txBody>
          <a:bodyPr/>
          <a:lstStyle/>
          <a:p>
            <a:pPr>
              <a:lnSpc>
                <a:spcPct val="80000"/>
              </a:lnSpc>
              <a:spcBef>
                <a:spcPct val="0"/>
              </a:spcBef>
            </a:pPr>
            <a:r>
              <a:rPr lang="en-US" sz="3500" b="1" dirty="0">
                <a:latin typeface="+mj-lt"/>
                <a:ea typeface="+mj-ea"/>
                <a:cs typeface="Biome" panose="020B0503030204020804" pitchFamily="34" charset="0"/>
              </a:rPr>
              <a:t>Workflow Process</a:t>
            </a:r>
            <a:endParaRPr lang="en-IN" sz="3500" b="1" dirty="0">
              <a:latin typeface="+mj-lt"/>
              <a:ea typeface="+mj-ea"/>
              <a:cs typeface="Biome" panose="020B0503030204020804" pitchFamily="34" charset="0"/>
            </a:endParaRP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99357B2D-1FE2-4C54-87B5-B86B8BAF35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8380811"/>
              </p:ext>
            </p:extLst>
          </p:nvPr>
        </p:nvGraphicFramePr>
        <p:xfrm>
          <a:off x="640509" y="1418549"/>
          <a:ext cx="8827955" cy="33500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643643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F1410-1A3D-106A-859D-66437E82B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768"/>
            <a:ext cx="11277599" cy="512762"/>
          </a:xfrm>
        </p:spPr>
        <p:txBody>
          <a:bodyPr>
            <a:normAutofit fontScale="90000"/>
          </a:bodyPr>
          <a:lstStyle/>
          <a:p>
            <a:r>
              <a:rPr lang="en-US" sz="3920" b="1" dirty="0"/>
              <a:t>Dashboard for Rider demands </a:t>
            </a:r>
            <a:endParaRPr lang="en-IN" sz="3920" b="1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7CD598-AFDE-43F9-9060-D27C36D7AB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9795888"/>
              </p:ext>
            </p:extLst>
          </p:nvPr>
        </p:nvGraphicFramePr>
        <p:xfrm>
          <a:off x="5255340" y="2763218"/>
          <a:ext cx="5039033" cy="18284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8DBCFB92-F110-4B01-A6A5-A4671F866D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6614633"/>
              </p:ext>
            </p:extLst>
          </p:nvPr>
        </p:nvGraphicFramePr>
        <p:xfrm>
          <a:off x="5255340" y="917781"/>
          <a:ext cx="4960375" cy="16386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48618EC-71B5-4E18-9D14-AA94E0C881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8804238"/>
              </p:ext>
            </p:extLst>
          </p:nvPr>
        </p:nvGraphicFramePr>
        <p:xfrm>
          <a:off x="5255341" y="4722916"/>
          <a:ext cx="5039032" cy="17073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F142C8E-3402-E9A5-4A1F-C0B87959E5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6607141"/>
              </p:ext>
            </p:extLst>
          </p:nvPr>
        </p:nvGraphicFramePr>
        <p:xfrm>
          <a:off x="457200" y="2763218"/>
          <a:ext cx="3908322" cy="1185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512">
                  <a:extLst>
                    <a:ext uri="{9D8B030D-6E8A-4147-A177-3AD203B41FA5}">
                      <a16:colId xmlns:a16="http://schemas.microsoft.com/office/drawing/2014/main" val="3536378266"/>
                    </a:ext>
                  </a:extLst>
                </a:gridCol>
                <a:gridCol w="932512">
                  <a:extLst>
                    <a:ext uri="{9D8B030D-6E8A-4147-A177-3AD203B41FA5}">
                      <a16:colId xmlns:a16="http://schemas.microsoft.com/office/drawing/2014/main" val="2931276722"/>
                    </a:ext>
                  </a:extLst>
                </a:gridCol>
                <a:gridCol w="1179353">
                  <a:extLst>
                    <a:ext uri="{9D8B030D-6E8A-4147-A177-3AD203B41FA5}">
                      <a16:colId xmlns:a16="http://schemas.microsoft.com/office/drawing/2014/main" val="1065726161"/>
                    </a:ext>
                  </a:extLst>
                </a:gridCol>
                <a:gridCol w="863945">
                  <a:extLst>
                    <a:ext uri="{9D8B030D-6E8A-4147-A177-3AD203B41FA5}">
                      <a16:colId xmlns:a16="http://schemas.microsoft.com/office/drawing/2014/main" val="2227709105"/>
                    </a:ext>
                  </a:extLst>
                </a:gridCol>
              </a:tblGrid>
              <a:tr h="1976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Row Labels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Sum of casual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Sum of registered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Sum of Total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4474475"/>
                  </a:ext>
                </a:extLst>
              </a:tr>
              <a:tr h="1976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Cloudy 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81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1175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1256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39969564"/>
                  </a:ext>
                </a:extLst>
              </a:tr>
              <a:tr h="1976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Heavy Rain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35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36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2733129"/>
                  </a:ext>
                </a:extLst>
              </a:tr>
              <a:tr h="1976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Rainy 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23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497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520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49212211"/>
                  </a:ext>
                </a:extLst>
              </a:tr>
              <a:tr h="1976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Sunny 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99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1211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1310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09843580"/>
                  </a:ext>
                </a:extLst>
              </a:tr>
              <a:tr h="1976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Grand Total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204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2918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3122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0222584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A7D7B775-D921-A5E2-D5B9-6D309F5CD6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833073"/>
              </p:ext>
            </p:extLst>
          </p:nvPr>
        </p:nvGraphicFramePr>
        <p:xfrm>
          <a:off x="457200" y="4746013"/>
          <a:ext cx="3908322" cy="9306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28746">
                  <a:extLst>
                    <a:ext uri="{9D8B030D-6E8A-4147-A177-3AD203B41FA5}">
                      <a16:colId xmlns:a16="http://schemas.microsoft.com/office/drawing/2014/main" val="2068986545"/>
                    </a:ext>
                  </a:extLst>
                </a:gridCol>
                <a:gridCol w="1879576">
                  <a:extLst>
                    <a:ext uri="{9D8B030D-6E8A-4147-A177-3AD203B41FA5}">
                      <a16:colId xmlns:a16="http://schemas.microsoft.com/office/drawing/2014/main" val="1227062747"/>
                    </a:ext>
                  </a:extLst>
                </a:gridCol>
              </a:tblGrid>
              <a:tr h="2326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Row Labels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Sum of Total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16615369"/>
                  </a:ext>
                </a:extLst>
              </a:tr>
              <a:tr h="2326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Holiday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1387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15219795"/>
                  </a:ext>
                </a:extLst>
              </a:tr>
              <a:tr h="2326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Workday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1735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898383"/>
                  </a:ext>
                </a:extLst>
              </a:tr>
              <a:tr h="2326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Grand Total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3122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9133475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0193F2B-56DD-351F-DAC1-58358E5ECF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434484"/>
              </p:ext>
            </p:extLst>
          </p:nvPr>
        </p:nvGraphicFramePr>
        <p:xfrm>
          <a:off x="457200" y="1181350"/>
          <a:ext cx="3908322" cy="1185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512">
                  <a:extLst>
                    <a:ext uri="{9D8B030D-6E8A-4147-A177-3AD203B41FA5}">
                      <a16:colId xmlns:a16="http://schemas.microsoft.com/office/drawing/2014/main" val="1703767282"/>
                    </a:ext>
                  </a:extLst>
                </a:gridCol>
                <a:gridCol w="932512">
                  <a:extLst>
                    <a:ext uri="{9D8B030D-6E8A-4147-A177-3AD203B41FA5}">
                      <a16:colId xmlns:a16="http://schemas.microsoft.com/office/drawing/2014/main" val="1339027361"/>
                    </a:ext>
                  </a:extLst>
                </a:gridCol>
                <a:gridCol w="1179353">
                  <a:extLst>
                    <a:ext uri="{9D8B030D-6E8A-4147-A177-3AD203B41FA5}">
                      <a16:colId xmlns:a16="http://schemas.microsoft.com/office/drawing/2014/main" val="3816525668"/>
                    </a:ext>
                  </a:extLst>
                </a:gridCol>
                <a:gridCol w="863945">
                  <a:extLst>
                    <a:ext uri="{9D8B030D-6E8A-4147-A177-3AD203B41FA5}">
                      <a16:colId xmlns:a16="http://schemas.microsoft.com/office/drawing/2014/main" val="2356529531"/>
                    </a:ext>
                  </a:extLst>
                </a:gridCol>
              </a:tblGrid>
              <a:tr h="296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Row Labels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Sum of casual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Sum of registered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Sum of Total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60151247"/>
                  </a:ext>
                </a:extLst>
              </a:tr>
              <a:tr h="296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Jan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155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1854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2009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0224380"/>
                  </a:ext>
                </a:extLst>
              </a:tr>
              <a:tr h="296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Feb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49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1064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1113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62632757"/>
                  </a:ext>
                </a:extLst>
              </a:tr>
              <a:tr h="296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Grand Total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204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2918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3122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42243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1750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681B-F9CD-260D-3065-5A340D7C9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330" y="274045"/>
            <a:ext cx="10515600" cy="627933"/>
          </a:xfrm>
        </p:spPr>
        <p:txBody>
          <a:bodyPr>
            <a:normAutofit fontScale="90000"/>
          </a:bodyPr>
          <a:lstStyle/>
          <a:p>
            <a:r>
              <a:rPr lang="en-US" sz="3900" b="1" dirty="0"/>
              <a:t>Anomaly Detection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B4D26-CA52-864E-0458-CA1A72379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303" y="1324179"/>
            <a:ext cx="10953627" cy="516869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Identifying data points or events that differ substantially from expected patterns.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The outliers were calculated on the final data sheet.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On certain dates, demand gradually increased beyond the usual pattern.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For example, on 7 February 2011, demand suddenly rose to 230.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Some anomalous values are highlighted in red colour in the graph below.</a:t>
            </a:r>
          </a:p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22F613-3DB6-F831-88EA-740C8A393E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6912" y="1143269"/>
            <a:ext cx="3126663" cy="2110739"/>
          </a:xfrm>
          <a:prstGeom prst="rect">
            <a:avLst/>
          </a:prstGeom>
        </p:spPr>
      </p:pic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E1E2FF26-5A26-43C9-9096-862521849D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2627429"/>
              </p:ext>
            </p:extLst>
          </p:nvPr>
        </p:nvGraphicFramePr>
        <p:xfrm>
          <a:off x="579612" y="3667635"/>
          <a:ext cx="10649318" cy="23890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2825163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6EEC4-EDC8-EDC9-B1AC-4576BFAFF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8313"/>
            <a:ext cx="10515600" cy="981894"/>
          </a:xfrm>
        </p:spPr>
        <p:txBody>
          <a:bodyPr/>
          <a:lstStyle/>
          <a:p>
            <a:r>
              <a:rPr lang="en-US" sz="3500" b="1" dirty="0"/>
              <a:t>Demand Forecasting</a:t>
            </a:r>
            <a:endParaRPr lang="en-IN" sz="35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5A1C-EDD3-8CA8-4B02-817F59E91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0207"/>
            <a:ext cx="10515600" cy="5270090"/>
          </a:xfrm>
        </p:spPr>
        <p:txBody>
          <a:bodyPr/>
          <a:lstStyle/>
          <a:p>
            <a:pPr marL="342900" indent="-3429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IN" sz="2400" dirty="0"/>
              <a:t>Historical demand should be used to forecast future rider requirements.</a:t>
            </a:r>
          </a:p>
          <a:p>
            <a:pPr marL="342900" indent="-3429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IN" sz="2400" dirty="0"/>
              <a:t>Demand forecasting for future days with respect to casual and registered riders given below.</a:t>
            </a:r>
          </a:p>
          <a:p>
            <a:pPr marL="342900" indent="-342900">
              <a:lnSpc>
                <a:spcPct val="110000"/>
              </a:lnSpc>
            </a:pPr>
            <a:endParaRPr lang="en-IN" sz="2400" dirty="0"/>
          </a:p>
          <a:p>
            <a:endParaRPr lang="en-IN" dirty="0"/>
          </a:p>
          <a:p>
            <a:endParaRPr lang="en-IN" dirty="0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F1D063DE-269F-473D-B8F2-23B684A93E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4708670"/>
              </p:ext>
            </p:extLst>
          </p:nvPr>
        </p:nvGraphicFramePr>
        <p:xfrm>
          <a:off x="6236724" y="2837732"/>
          <a:ext cx="4663439" cy="31241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94354FB-D042-457D-A178-25088A69ACE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54345630"/>
              </p:ext>
            </p:extLst>
          </p:nvPr>
        </p:nvGraphicFramePr>
        <p:xfrm>
          <a:off x="1005348" y="2837732"/>
          <a:ext cx="4777739" cy="31241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0482265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>
                <a:lumMod val="9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0F281-EDDC-EB67-EE9D-862F0BF74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710" y="178313"/>
            <a:ext cx="10515600" cy="736088"/>
          </a:xfrm>
        </p:spPr>
        <p:txBody>
          <a:bodyPr>
            <a:normAutofit/>
          </a:bodyPr>
          <a:lstStyle/>
          <a:p>
            <a:r>
              <a:rPr lang="en-US" sz="3500" b="1" dirty="0"/>
              <a:t>Key Findings</a:t>
            </a:r>
            <a:endParaRPr lang="en-IN" sz="35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F5292-CD12-C8B0-0F4C-1EE945332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9710" y="1176696"/>
            <a:ext cx="10515600" cy="4351338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200" b="1" dirty="0"/>
              <a:t>Rider Demand Is Strongly Time-Dependent</a:t>
            </a:r>
          </a:p>
          <a:p>
            <a:pPr marL="0" indent="0">
              <a:buNone/>
            </a:pPr>
            <a:r>
              <a:rPr lang="en-IN" sz="1900" dirty="0"/>
              <a:t>     Morning commuting hours can create significant demand pressure.</a:t>
            </a:r>
          </a:p>
          <a:p>
            <a:pPr marL="0" indent="0">
              <a:buNone/>
            </a:pPr>
            <a:r>
              <a:rPr lang="en-IN" sz="1500" dirty="0"/>
              <a:t>      For example, several high-demand observations occur during conventional commuting periods:</a:t>
            </a:r>
          </a:p>
          <a:p>
            <a:pPr marL="0" lvl="0" indent="0">
              <a:buNone/>
            </a:pPr>
            <a:r>
              <a:rPr lang="en-IN" sz="1500" dirty="0"/>
              <a:t>      10-Jan at 08:00: </a:t>
            </a:r>
            <a:r>
              <a:rPr lang="en-IN" sz="1500" b="1" dirty="0"/>
              <a:t>188 riders</a:t>
            </a:r>
            <a:endParaRPr lang="en-IN" sz="1500" dirty="0"/>
          </a:p>
          <a:p>
            <a:pPr marL="0" lvl="0" indent="0">
              <a:buNone/>
            </a:pPr>
            <a:r>
              <a:rPr lang="en-IN" sz="1500" dirty="0"/>
              <a:t>       20-Jan at 09:00: </a:t>
            </a:r>
            <a:r>
              <a:rPr lang="en-IN" sz="1500" b="1" dirty="0"/>
              <a:t>143 riders</a:t>
            </a:r>
            <a:endParaRPr lang="en-IN" sz="1500" dirty="0"/>
          </a:p>
          <a:p>
            <a:pPr marL="0" lvl="0" indent="0">
              <a:buNone/>
            </a:pPr>
            <a:r>
              <a:rPr lang="en-IN" sz="1500" dirty="0"/>
              <a:t>       07-Feb at 08:00: </a:t>
            </a:r>
            <a:r>
              <a:rPr lang="en-IN" sz="1500" b="1" dirty="0"/>
              <a:t>230 riders</a:t>
            </a:r>
          </a:p>
          <a:p>
            <a:pPr marL="0" indent="0">
              <a:buNone/>
            </a:pPr>
            <a:r>
              <a:rPr lang="en-IN" sz="1900" dirty="0"/>
              <a:t>     Evening demand is also visible in the dataset. For example:</a:t>
            </a:r>
          </a:p>
          <a:p>
            <a:pPr marL="0" indent="0">
              <a:buNone/>
            </a:pPr>
            <a:r>
              <a:rPr lang="en-IN" sz="1500" dirty="0"/>
              <a:t>      11-Jan at 18:00: 95 riders</a:t>
            </a:r>
          </a:p>
          <a:p>
            <a:pPr marL="0" indent="0">
              <a:buNone/>
            </a:pPr>
            <a:r>
              <a:rPr lang="en-IN" sz="1500" dirty="0"/>
              <a:t>       09-Feb at 19:00: 88 riders</a:t>
            </a:r>
          </a:p>
          <a:p>
            <a:pPr marL="0" indent="0">
              <a:buNone/>
            </a:pPr>
            <a:r>
              <a:rPr lang="en-IN" sz="1900" dirty="0"/>
              <a:t>      Therefore, demand planning should pay particular attention to both morning and evening peak periods.</a:t>
            </a:r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42935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>
                <a:lumMod val="9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87269-FD6C-7981-F5E7-546FC21E9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8984"/>
            <a:ext cx="10515600" cy="972062"/>
          </a:xfrm>
        </p:spPr>
        <p:txBody>
          <a:bodyPr/>
          <a:lstStyle/>
          <a:p>
            <a:r>
              <a:rPr lang="en-US" sz="3500" b="1" dirty="0"/>
              <a:t>Key Findings (Continue)</a:t>
            </a:r>
            <a:endParaRPr lang="en-IN" sz="35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4B75E-39E5-79A7-CA77-E4B831028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1046"/>
            <a:ext cx="10515600" cy="4351338"/>
          </a:xfrm>
        </p:spPr>
        <p:txBody>
          <a:bodyPr/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Registered riders are an important source of demand.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Casual riders generally represent a smaller proportion of demand in several high-demand observations.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Weather (sunny, cloudy, rainy, and heavy-rain conditions) may influence rider demand.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Peak demand can create operational pressure .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Outliers (Anomaly) can provide business insights </a:t>
            </a:r>
            <a:r>
              <a:rPr lang="en-IN" sz="2400" b="1" dirty="0"/>
              <a:t>:</a:t>
            </a:r>
            <a:r>
              <a:rPr lang="en-IN" sz="2000" dirty="0"/>
              <a:t>Outlier analysis can be useful for understanding exceptional demand.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24553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FABB9-0479-14EF-52D8-00F94C0457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7858" y="178466"/>
            <a:ext cx="9144000" cy="608115"/>
          </a:xfrm>
        </p:spPr>
        <p:txBody>
          <a:bodyPr>
            <a:normAutofit/>
          </a:bodyPr>
          <a:lstStyle/>
          <a:p>
            <a:r>
              <a:rPr lang="en-US" sz="3500" b="1" dirty="0"/>
              <a:t>Recommendations</a:t>
            </a:r>
            <a:endParaRPr lang="en-IN" sz="35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716A7C-71B9-C301-9620-E25374731D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051" y="688258"/>
            <a:ext cx="9144000" cy="5850193"/>
          </a:xfrm>
        </p:spPr>
        <p:txBody>
          <a:bodyPr>
            <a:normAutofit lnSpcReduction="10000"/>
          </a:bodyPr>
          <a:lstStyle/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b="1" dirty="0"/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b="1" dirty="0"/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b="1" dirty="0"/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b="1" dirty="0"/>
          </a:p>
          <a:p>
            <a:pPr algn="l">
              <a:lnSpc>
                <a:spcPct val="100000"/>
              </a:lnSpc>
            </a:pPr>
            <a:endParaRPr lang="en-IN" b="1" dirty="0"/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b="1" dirty="0"/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b="1" dirty="0"/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Improve Peak-Hour Bike Availability </a:t>
            </a:r>
          </a:p>
          <a:p>
            <a:pPr algn="l">
              <a:lnSpc>
                <a:spcPct val="100000"/>
              </a:lnSpc>
            </a:pPr>
            <a:r>
              <a:rPr lang="en-IN" b="1" dirty="0"/>
              <a:t>         </a:t>
            </a:r>
            <a:r>
              <a:rPr lang="en-IN" sz="1600" dirty="0"/>
              <a:t>Bike availability should be increased before anticipated peak periods, particularly during morning  </a:t>
            </a:r>
          </a:p>
          <a:p>
            <a:pPr algn="l">
              <a:lnSpc>
                <a:spcPct val="100000"/>
              </a:lnSpc>
            </a:pPr>
            <a:r>
              <a:rPr lang="en-IN" sz="1600" dirty="0"/>
              <a:t>           commuting hours.</a:t>
            </a:r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Prioritize Registered Rider Demand </a:t>
            </a:r>
          </a:p>
          <a:p>
            <a:pPr algn="l">
              <a:lnSpc>
                <a:spcPct val="100000"/>
              </a:lnSpc>
            </a:pPr>
            <a:r>
              <a:rPr lang="en-IN" sz="1600" b="1" dirty="0"/>
              <a:t>           </a:t>
            </a:r>
            <a:r>
              <a:rPr lang="en-IN" sz="1600" dirty="0"/>
              <a:t>Membership data can also be used to understand recurring travel patterns and improve demand     </a:t>
            </a:r>
          </a:p>
          <a:p>
            <a:pPr algn="l">
              <a:lnSpc>
                <a:spcPct val="100000"/>
              </a:lnSpc>
            </a:pPr>
            <a:r>
              <a:rPr lang="en-IN" sz="1600" dirty="0"/>
              <a:t>           predictions.</a:t>
            </a:r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Develop Weather-Aware Operations </a:t>
            </a:r>
          </a:p>
          <a:p>
            <a:pPr algn="l">
              <a:lnSpc>
                <a:spcPct val="100000"/>
              </a:lnSpc>
            </a:pPr>
            <a:r>
              <a:rPr lang="en-IN" b="1" dirty="0"/>
              <a:t>        </a:t>
            </a:r>
            <a:r>
              <a:rPr lang="en-IN" sz="1600" dirty="0"/>
              <a:t>Weather forecasts can be incorporated into daily operational planning.</a:t>
            </a:r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Target Casual Riders Strategically</a:t>
            </a:r>
          </a:p>
          <a:p>
            <a:pPr algn="l">
              <a:lnSpc>
                <a:spcPct val="100000"/>
              </a:lnSpc>
            </a:pPr>
            <a:r>
              <a:rPr lang="en-IN" sz="1600" b="1" dirty="0"/>
              <a:t>          </a:t>
            </a:r>
            <a:r>
              <a:rPr lang="en-IN" sz="1600" dirty="0"/>
              <a:t>Casual riders may respond differently to registered users. Various ways are:</a:t>
            </a:r>
          </a:p>
          <a:p>
            <a:pPr marL="285750" indent="-285750" algn="l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IN" sz="1600" dirty="0"/>
              <a:t>             Weekend promotions</a:t>
            </a:r>
          </a:p>
          <a:p>
            <a:pPr marL="285750" indent="-285750" algn="l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IN" sz="1600" dirty="0"/>
              <a:t>             Seasonal campaigns</a:t>
            </a:r>
          </a:p>
          <a:p>
            <a:pPr marL="285750" indent="-285750" algn="l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IN" sz="1600" dirty="0"/>
              <a:t>             Weather-sensitive offers</a:t>
            </a:r>
          </a:p>
          <a:p>
            <a:pPr marL="285750" indent="-285750" algn="l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IN" sz="1600" dirty="0"/>
              <a:t>             First-ride discounts</a:t>
            </a:r>
          </a:p>
          <a:p>
            <a:pPr algn="l"/>
            <a:endParaRPr lang="en-IN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dirty="0"/>
          </a:p>
          <a:p>
            <a:pPr algn="l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96014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D6420-1C63-31FF-EF4A-A51694C07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601AC-2580-3B73-EAF4-879595E03AD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8000" b="1" dirty="0"/>
              <a:t>Thank You</a:t>
            </a:r>
            <a:endParaRPr lang="en-IN" sz="8000" b="1" dirty="0"/>
          </a:p>
        </p:txBody>
      </p:sp>
    </p:spTree>
    <p:extLst>
      <p:ext uri="{BB962C8B-B14F-4D97-AF65-F5344CB8AC3E}">
        <p14:creationId xmlns:p14="http://schemas.microsoft.com/office/powerpoint/2010/main" val="32193586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Prismatic polygons">
  <a:themeElements>
    <a:clrScheme name="Glassmorphism">
      <a:dk1>
        <a:srgbClr val="2A0053"/>
      </a:dk1>
      <a:lt1>
        <a:srgbClr val="FFFFFF"/>
      </a:lt1>
      <a:dk2>
        <a:srgbClr val="000000"/>
      </a:dk2>
      <a:lt2>
        <a:srgbClr val="EEEFE7"/>
      </a:lt2>
      <a:accent1>
        <a:srgbClr val="FF8A28"/>
      </a:accent1>
      <a:accent2>
        <a:srgbClr val="F195FF"/>
      </a:accent2>
      <a:accent3>
        <a:srgbClr val="E227FF"/>
      </a:accent3>
      <a:accent4>
        <a:srgbClr val="FF0004"/>
      </a:accent4>
      <a:accent5>
        <a:srgbClr val="1906C5"/>
      </a:accent5>
      <a:accent6>
        <a:srgbClr val="31B564"/>
      </a:accent6>
      <a:hlink>
        <a:srgbClr val="467886"/>
      </a:hlink>
      <a:folHlink>
        <a:srgbClr val="96607D"/>
      </a:folHlink>
    </a:clrScheme>
    <a:fontScheme name="Custom 82">
      <a:majorFont>
        <a:latin typeface="Chamberi Super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ismatic polygons" id="{9386F459-ED89-45E1-9278-BD013141ED18}" vid="{1AB10639-83E7-49C5-8C27-493DD0C03A3F}"/>
    </a:ext>
  </a:extLst>
</a:theme>
</file>

<file path=ppt/theme/themeOverride1.xml><?xml version="1.0" encoding="utf-8"?>
<a:themeOverride xmlns:a="http://schemas.openxmlformats.org/drawingml/2006/main">
  <a:clrScheme name="Glassmorphism">
    <a:dk1>
      <a:srgbClr val="2A0053"/>
    </a:dk1>
    <a:lt1>
      <a:srgbClr val="FFFFFF"/>
    </a:lt1>
    <a:dk2>
      <a:srgbClr val="000000"/>
    </a:dk2>
    <a:lt2>
      <a:srgbClr val="EEEFE7"/>
    </a:lt2>
    <a:accent1>
      <a:srgbClr val="FF8A28"/>
    </a:accent1>
    <a:accent2>
      <a:srgbClr val="F195FF"/>
    </a:accent2>
    <a:accent3>
      <a:srgbClr val="E227FF"/>
    </a:accent3>
    <a:accent4>
      <a:srgbClr val="FF0004"/>
    </a:accent4>
    <a:accent5>
      <a:srgbClr val="1906C5"/>
    </a:accent5>
    <a:accent6>
      <a:srgbClr val="31B564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252</TotalTime>
  <Words>631</Words>
  <Application>Microsoft Office PowerPoint</Application>
  <PresentationFormat>Widescreen</PresentationFormat>
  <Paragraphs>169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 Light</vt:lpstr>
      <vt:lpstr>Arial</vt:lpstr>
      <vt:lpstr>Calibri</vt:lpstr>
      <vt:lpstr>Chamberi Super Display</vt:lpstr>
      <vt:lpstr>Wingdings</vt:lpstr>
      <vt:lpstr>Prismatic polygons</vt:lpstr>
      <vt:lpstr>PowerPoint Presentation</vt:lpstr>
      <vt:lpstr>Objective</vt:lpstr>
      <vt:lpstr>Data Set Overview</vt:lpstr>
      <vt:lpstr>PowerPoint Presentation</vt:lpstr>
      <vt:lpstr>Dashboard for Rider demands </vt:lpstr>
      <vt:lpstr>Anomaly Detection </vt:lpstr>
      <vt:lpstr>Demand Forecasting</vt:lpstr>
      <vt:lpstr>Key Findings</vt:lpstr>
      <vt:lpstr>Key Findings (Continue)</vt:lpstr>
      <vt:lpstr>Recommendations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Shrikant Goswami</dc:creator>
  <cp:lastModifiedBy>Shrikant Goswami</cp:lastModifiedBy>
  <cp:revision>86</cp:revision>
  <dcterms:created xsi:type="dcterms:W3CDTF">2026-10-08T18:04:05Z</dcterms:created>
  <dcterms:modified xsi:type="dcterms:W3CDTF">2026-10-10T13:51:24Z</dcterms:modified>
</cp:coreProperties>
</file>